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57" r:id="rId5"/>
    <p:sldId id="258" r:id="rId6"/>
    <p:sldId id="259" r:id="rId7"/>
    <p:sldId id="260" r:id="rId8"/>
    <p:sldId id="261" r:id="rId9"/>
    <p:sldId id="262" r:id="rId10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-1554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D:\energy\20150430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D:\energy\20150430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D:\energy\20150430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D:\energy\20150430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</c:title>
    <c:autoTitleDeleted val="0"/>
    <c:plotArea>
      <c:layout>
        <c:manualLayout>
          <c:layoutTarget val="inner"/>
          <c:xMode val="edge"/>
          <c:yMode val="edge"/>
          <c:x val="0.1385023462976219"/>
          <c:y val="2.3347752332229639E-2"/>
          <c:w val="0.82331583552055987"/>
          <c:h val="0.8406567568308488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Sheet2!$B$1</c:f>
              <c:strCache>
                <c:ptCount val="1"/>
              </c:strCache>
            </c:strRef>
          </c:tx>
          <c:xVal>
            <c:numRef>
              <c:f>Sheet2!$A$2:$A$47</c:f>
              <c:numCache>
                <c:formatCode>General</c:formatCode>
                <c:ptCount val="46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  <c:pt idx="6">
                  <c:v>70</c:v>
                </c:pt>
                <c:pt idx="7">
                  <c:v>80</c:v>
                </c:pt>
                <c:pt idx="8">
                  <c:v>90</c:v>
                </c:pt>
                <c:pt idx="9">
                  <c:v>100</c:v>
                </c:pt>
                <c:pt idx="10">
                  <c:v>110</c:v>
                </c:pt>
                <c:pt idx="11">
                  <c:v>120</c:v>
                </c:pt>
                <c:pt idx="12">
                  <c:v>130</c:v>
                </c:pt>
                <c:pt idx="13">
                  <c:v>140</c:v>
                </c:pt>
                <c:pt idx="14">
                  <c:v>150</c:v>
                </c:pt>
                <c:pt idx="15">
                  <c:v>160</c:v>
                </c:pt>
                <c:pt idx="16">
                  <c:v>170</c:v>
                </c:pt>
                <c:pt idx="17">
                  <c:v>180</c:v>
                </c:pt>
                <c:pt idx="18">
                  <c:v>190</c:v>
                </c:pt>
                <c:pt idx="19">
                  <c:v>200</c:v>
                </c:pt>
                <c:pt idx="20">
                  <c:v>210</c:v>
                </c:pt>
                <c:pt idx="21">
                  <c:v>220</c:v>
                </c:pt>
                <c:pt idx="22">
                  <c:v>230</c:v>
                </c:pt>
                <c:pt idx="23">
                  <c:v>240</c:v>
                </c:pt>
                <c:pt idx="24">
                  <c:v>250</c:v>
                </c:pt>
                <c:pt idx="25">
                  <c:v>260</c:v>
                </c:pt>
                <c:pt idx="26">
                  <c:v>270</c:v>
                </c:pt>
                <c:pt idx="27">
                  <c:v>280</c:v>
                </c:pt>
                <c:pt idx="28">
                  <c:v>290</c:v>
                </c:pt>
                <c:pt idx="29">
                  <c:v>300</c:v>
                </c:pt>
              </c:numCache>
            </c:numRef>
          </c:xVal>
          <c:yVal>
            <c:numRef>
              <c:f>Sheet2!$B$2:$B$47</c:f>
              <c:numCache>
                <c:formatCode>General</c:formatCode>
                <c:ptCount val="46"/>
                <c:pt idx="0">
                  <c:v>9.0570899999999996E-2</c:v>
                </c:pt>
                <c:pt idx="1">
                  <c:v>6.9941000000000003E-2</c:v>
                </c:pt>
                <c:pt idx="2">
                  <c:v>5.3202300000000001E-2</c:v>
                </c:pt>
                <c:pt idx="3">
                  <c:v>4.2716999999999998E-2</c:v>
                </c:pt>
                <c:pt idx="4">
                  <c:v>3.8225799999999997E-2</c:v>
                </c:pt>
                <c:pt idx="5">
                  <c:v>3.4745999999999999E-2</c:v>
                </c:pt>
                <c:pt idx="6">
                  <c:v>3.1769400000000003E-2</c:v>
                </c:pt>
                <c:pt idx="7">
                  <c:v>2.8166E-2</c:v>
                </c:pt>
                <c:pt idx="8">
                  <c:v>2.62369E-2</c:v>
                </c:pt>
                <c:pt idx="9">
                  <c:v>2.5019E-2</c:v>
                </c:pt>
                <c:pt idx="10">
                  <c:v>2.4214200000000002E-2</c:v>
                </c:pt>
                <c:pt idx="11">
                  <c:v>2.4135400000000001E-2</c:v>
                </c:pt>
                <c:pt idx="12">
                  <c:v>2.4022499999999999E-2</c:v>
                </c:pt>
                <c:pt idx="13">
                  <c:v>2.3910399999999998E-2</c:v>
                </c:pt>
                <c:pt idx="14">
                  <c:v>2.3801900000000001E-2</c:v>
                </c:pt>
                <c:pt idx="15">
                  <c:v>2.3746E-2</c:v>
                </c:pt>
                <c:pt idx="16">
                  <c:v>2.3676699999999998E-2</c:v>
                </c:pt>
                <c:pt idx="17">
                  <c:v>2.3668100000000001E-2</c:v>
                </c:pt>
                <c:pt idx="18">
                  <c:v>2.3596300000000001E-2</c:v>
                </c:pt>
                <c:pt idx="19">
                  <c:v>2.3629399999999998E-2</c:v>
                </c:pt>
                <c:pt idx="20">
                  <c:v>2.3410199999999999E-2</c:v>
                </c:pt>
                <c:pt idx="21">
                  <c:v>2.3229400000000001E-2</c:v>
                </c:pt>
                <c:pt idx="22">
                  <c:v>2.3245499999999999E-2</c:v>
                </c:pt>
                <c:pt idx="23">
                  <c:v>2.32762E-2</c:v>
                </c:pt>
                <c:pt idx="24">
                  <c:v>2.3223500000000001E-2</c:v>
                </c:pt>
                <c:pt idx="25">
                  <c:v>2.32126E-2</c:v>
                </c:pt>
                <c:pt idx="26">
                  <c:v>2.3311499999999999E-2</c:v>
                </c:pt>
                <c:pt idx="27">
                  <c:v>2.3503099999999999E-2</c:v>
                </c:pt>
                <c:pt idx="28">
                  <c:v>2.3503900000000001E-2</c:v>
                </c:pt>
                <c:pt idx="29">
                  <c:v>2.36099E-2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8767232"/>
        <c:axId val="98769152"/>
      </c:scatterChart>
      <c:valAx>
        <c:axId val="98767232"/>
        <c:scaling>
          <c:orientation val="minMax"/>
          <c:max val="300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L0 norm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chemeClr val="tx1"/>
            </a:solidFill>
          </a:ln>
        </c:spPr>
        <c:crossAx val="98769152"/>
        <c:crosses val="autoZero"/>
        <c:crossBetween val="midCat"/>
      </c:valAx>
      <c:valAx>
        <c:axId val="98769152"/>
        <c:scaling>
          <c:orientation val="minMax"/>
          <c:min val="2.0000000000000004E-2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Error</a:t>
                </a:r>
              </a:p>
            </c:rich>
          </c:tx>
          <c:layout/>
          <c:overlay val="0"/>
        </c:title>
        <c:numFmt formatCode="#,##0.00_);[Red]\(#,##0.00\)" sourceLinked="0"/>
        <c:majorTickMark val="out"/>
        <c:minorTickMark val="none"/>
        <c:tickLblPos val="nextTo"/>
        <c:spPr>
          <a:ln>
            <a:solidFill>
              <a:schemeClr val="tx1"/>
            </a:solidFill>
          </a:ln>
        </c:spPr>
        <c:crossAx val="98767232"/>
        <c:crosses val="autoZero"/>
        <c:crossBetween val="midCat"/>
      </c:valAx>
      <c:spPr>
        <a:ln>
          <a:solidFill>
            <a:schemeClr val="tx1"/>
          </a:solidFill>
        </a:ln>
      </c:spPr>
    </c:plotArea>
    <c:plotVisOnly val="1"/>
    <c:dispBlanksAs val="gap"/>
    <c:showDLblsOverMax val="0"/>
  </c:chart>
  <c:spPr>
    <a:ln>
      <a:noFill/>
    </a:ln>
  </c:spPr>
  <c:txPr>
    <a:bodyPr/>
    <a:lstStyle/>
    <a:p>
      <a:pPr>
        <a:defRPr sz="1200">
          <a:latin typeface="Times New Roman" panose="02020603050405020304" pitchFamily="18" charset="0"/>
          <a:cs typeface="Times New Roman" panose="02020603050405020304" pitchFamily="18" charset="0"/>
        </a:defRPr>
      </a:pPr>
      <a:endParaRPr lang="zh-CN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4232727272727272"/>
          <c:y val="2.5134896947577753E-2"/>
          <c:w val="0.81767272727272722"/>
          <c:h val="0.83975401206172451"/>
        </c:manualLayout>
      </c:layout>
      <c:scatterChart>
        <c:scatterStyle val="lineMarker"/>
        <c:varyColors val="0"/>
        <c:ser>
          <c:idx val="0"/>
          <c:order val="0"/>
          <c:xVal>
            <c:numRef>
              <c:f>Sheet2!$L$2:$L$45</c:f>
              <c:numCache>
                <c:formatCode>General</c:formatCode>
                <c:ptCount val="44"/>
                <c:pt idx="0">
                  <c:v>6</c:v>
                </c:pt>
                <c:pt idx="1">
                  <c:v>6.1</c:v>
                </c:pt>
                <c:pt idx="2">
                  <c:v>6.2</c:v>
                </c:pt>
                <c:pt idx="3">
                  <c:v>6.3</c:v>
                </c:pt>
                <c:pt idx="4">
                  <c:v>6.4</c:v>
                </c:pt>
                <c:pt idx="5">
                  <c:v>6.5</c:v>
                </c:pt>
                <c:pt idx="6">
                  <c:v>6.6</c:v>
                </c:pt>
                <c:pt idx="7">
                  <c:v>6.7</c:v>
                </c:pt>
                <c:pt idx="8">
                  <c:v>6.8</c:v>
                </c:pt>
                <c:pt idx="9">
                  <c:v>6.9</c:v>
                </c:pt>
                <c:pt idx="10">
                  <c:v>7</c:v>
                </c:pt>
                <c:pt idx="11">
                  <c:v>7.1</c:v>
                </c:pt>
                <c:pt idx="12">
                  <c:v>7.2</c:v>
                </c:pt>
                <c:pt idx="13">
                  <c:v>7.3</c:v>
                </c:pt>
                <c:pt idx="14">
                  <c:v>7.4</c:v>
                </c:pt>
                <c:pt idx="15">
                  <c:v>7.5</c:v>
                </c:pt>
                <c:pt idx="16">
                  <c:v>7.6</c:v>
                </c:pt>
                <c:pt idx="17">
                  <c:v>7.7</c:v>
                </c:pt>
                <c:pt idx="18">
                  <c:v>7.8</c:v>
                </c:pt>
                <c:pt idx="19">
                  <c:v>7.9</c:v>
                </c:pt>
                <c:pt idx="20">
                  <c:v>8</c:v>
                </c:pt>
                <c:pt idx="21">
                  <c:v>8.1</c:v>
                </c:pt>
                <c:pt idx="22">
                  <c:v>8.1999999999999993</c:v>
                </c:pt>
                <c:pt idx="23">
                  <c:v>8.3000000000000007</c:v>
                </c:pt>
                <c:pt idx="24">
                  <c:v>8.4</c:v>
                </c:pt>
                <c:pt idx="25">
                  <c:v>8.5</c:v>
                </c:pt>
                <c:pt idx="26">
                  <c:v>8.6</c:v>
                </c:pt>
                <c:pt idx="27">
                  <c:v>8.6999999999999993</c:v>
                </c:pt>
                <c:pt idx="28">
                  <c:v>8.8000000000000007</c:v>
                </c:pt>
                <c:pt idx="29">
                  <c:v>8.9</c:v>
                </c:pt>
                <c:pt idx="30">
                  <c:v>9</c:v>
                </c:pt>
                <c:pt idx="31">
                  <c:v>9.1</c:v>
                </c:pt>
                <c:pt idx="32">
                  <c:v>9.1999999999999993</c:v>
                </c:pt>
                <c:pt idx="33">
                  <c:v>9.3000000000000007</c:v>
                </c:pt>
                <c:pt idx="34">
                  <c:v>9.4</c:v>
                </c:pt>
                <c:pt idx="35">
                  <c:v>9.5</c:v>
                </c:pt>
                <c:pt idx="36">
                  <c:v>9.6</c:v>
                </c:pt>
                <c:pt idx="37">
                  <c:v>9.6999999999999993</c:v>
                </c:pt>
                <c:pt idx="38">
                  <c:v>9.8000000000000007</c:v>
                </c:pt>
                <c:pt idx="39">
                  <c:v>9.9</c:v>
                </c:pt>
                <c:pt idx="40">
                  <c:v>10</c:v>
                </c:pt>
                <c:pt idx="41">
                  <c:v>10.1</c:v>
                </c:pt>
                <c:pt idx="42">
                  <c:v>10.199999999999999</c:v>
                </c:pt>
                <c:pt idx="43">
                  <c:v>10.3</c:v>
                </c:pt>
              </c:numCache>
            </c:numRef>
          </c:xVal>
          <c:yVal>
            <c:numRef>
              <c:f>Sheet2!$M$2:$M$45</c:f>
              <c:numCache>
                <c:formatCode>General</c:formatCode>
                <c:ptCount val="44"/>
                <c:pt idx="0">
                  <c:v>3.2895151836999002E-2</c:v>
                </c:pt>
                <c:pt idx="1">
                  <c:v>3.2222740932582997E-2</c:v>
                </c:pt>
                <c:pt idx="2">
                  <c:v>3.1579319150649002E-2</c:v>
                </c:pt>
                <c:pt idx="3">
                  <c:v>3.0964626372028001E-2</c:v>
                </c:pt>
                <c:pt idx="4">
                  <c:v>3.0375855300309999E-2</c:v>
                </c:pt>
                <c:pt idx="5">
                  <c:v>2.9809883752775001E-2</c:v>
                </c:pt>
                <c:pt idx="6">
                  <c:v>2.9264834951722E-2</c:v>
                </c:pt>
                <c:pt idx="7">
                  <c:v>2.8747084847095001E-2</c:v>
                </c:pt>
                <c:pt idx="8">
                  <c:v>2.8249422670777999E-2</c:v>
                </c:pt>
                <c:pt idx="9">
                  <c:v>2.7784770513579998E-2</c:v>
                </c:pt>
                <c:pt idx="10">
                  <c:v>2.7348719660238E-2</c:v>
                </c:pt>
                <c:pt idx="11">
                  <c:v>2.6936181448344001E-2</c:v>
                </c:pt>
                <c:pt idx="12">
                  <c:v>2.6544841976952002E-2</c:v>
                </c:pt>
                <c:pt idx="13">
                  <c:v>2.6174183399172001E-2</c:v>
                </c:pt>
                <c:pt idx="14">
                  <c:v>2.5827244687254999E-2</c:v>
                </c:pt>
                <c:pt idx="15">
                  <c:v>2.5498576440070999E-2</c:v>
                </c:pt>
                <c:pt idx="16">
                  <c:v>2.5191133670167998E-2</c:v>
                </c:pt>
                <c:pt idx="17">
                  <c:v>2.4906283798426E-2</c:v>
                </c:pt>
                <c:pt idx="18">
                  <c:v>2.4637697620188002E-2</c:v>
                </c:pt>
                <c:pt idx="19">
                  <c:v>2.4383627935684E-2</c:v>
                </c:pt>
                <c:pt idx="20">
                  <c:v>2.4147459011242999E-2</c:v>
                </c:pt>
                <c:pt idx="21">
                  <c:v>2.3926105809527001E-2</c:v>
                </c:pt>
                <c:pt idx="22">
                  <c:v>2.372350516189E-2</c:v>
                </c:pt>
                <c:pt idx="23">
                  <c:v>2.3538449622759999E-2</c:v>
                </c:pt>
                <c:pt idx="24">
                  <c:v>2.3363470973804999E-2</c:v>
                </c:pt>
                <c:pt idx="25">
                  <c:v>2.3194726235516001E-2</c:v>
                </c:pt>
                <c:pt idx="26">
                  <c:v>2.3037450887333E-2</c:v>
                </c:pt>
                <c:pt idx="27">
                  <c:v>2.288886804049E-2</c:v>
                </c:pt>
                <c:pt idx="28">
                  <c:v>2.2755678629810001E-2</c:v>
                </c:pt>
                <c:pt idx="29">
                  <c:v>2.2642001762844002E-2</c:v>
                </c:pt>
                <c:pt idx="30">
                  <c:v>2.2548568789351998E-2</c:v>
                </c:pt>
                <c:pt idx="31">
                  <c:v>2.2468832246515E-2</c:v>
                </c:pt>
                <c:pt idx="32">
                  <c:v>2.2403574962615001E-2</c:v>
                </c:pt>
                <c:pt idx="33">
                  <c:v>2.2349453241073E-2</c:v>
                </c:pt>
                <c:pt idx="34">
                  <c:v>2.2304980588832998E-2</c:v>
                </c:pt>
                <c:pt idx="35">
                  <c:v>2.2278745380620999E-2</c:v>
                </c:pt>
                <c:pt idx="36">
                  <c:v>2.2269405321225001E-2</c:v>
                </c:pt>
                <c:pt idx="37">
                  <c:v>2.2269757803991E-2</c:v>
                </c:pt>
                <c:pt idx="38">
                  <c:v>2.2286950072083998E-2</c:v>
                </c:pt>
                <c:pt idx="39">
                  <c:v>2.2320894777221E-2</c:v>
                </c:pt>
                <c:pt idx="40">
                  <c:v>2.2368889315405E-2</c:v>
                </c:pt>
                <c:pt idx="41">
                  <c:v>2.2427919235139E-2</c:v>
                </c:pt>
                <c:pt idx="42">
                  <c:v>2.2499198522105E-2</c:v>
                </c:pt>
                <c:pt idx="43">
                  <c:v>2.2578611626204999E-2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8804096"/>
        <c:axId val="98806016"/>
      </c:scatterChart>
      <c:valAx>
        <c:axId val="98804096"/>
        <c:scaling>
          <c:orientation val="minMax"/>
          <c:max val="10.5"/>
          <c:min val="6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L1 norm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chemeClr val="tx1"/>
            </a:solidFill>
          </a:ln>
        </c:spPr>
        <c:crossAx val="98806016"/>
        <c:crosses val="autoZero"/>
        <c:crossBetween val="midCat"/>
        <c:majorUnit val="0.5"/>
      </c:valAx>
      <c:valAx>
        <c:axId val="98806016"/>
        <c:scaling>
          <c:orientation val="minMax"/>
          <c:min val="2.0000000000000004E-2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Error</a:t>
                </a:r>
              </a:p>
            </c:rich>
          </c:tx>
          <c:layout/>
          <c:overlay val="0"/>
        </c:title>
        <c:numFmt formatCode="#,##0.000_);[Red]\(#,##0.000\)" sourceLinked="0"/>
        <c:majorTickMark val="out"/>
        <c:minorTickMark val="none"/>
        <c:tickLblPos val="nextTo"/>
        <c:spPr>
          <a:ln>
            <a:solidFill>
              <a:schemeClr val="tx1"/>
            </a:solidFill>
          </a:ln>
        </c:spPr>
        <c:crossAx val="98804096"/>
        <c:crosses val="autoZero"/>
        <c:crossBetween val="midCat"/>
      </c:valAx>
      <c:spPr>
        <a:ln>
          <a:solidFill>
            <a:schemeClr val="tx1"/>
          </a:solidFill>
        </a:ln>
      </c:spPr>
    </c:plotArea>
    <c:plotVisOnly val="1"/>
    <c:dispBlanksAs val="gap"/>
    <c:showDLblsOverMax val="0"/>
  </c:chart>
  <c:spPr>
    <a:ln>
      <a:noFill/>
    </a:ln>
  </c:spPr>
  <c:txPr>
    <a:bodyPr/>
    <a:lstStyle/>
    <a:p>
      <a:pPr>
        <a:defRPr sz="1200">
          <a:latin typeface="Times New Roman" panose="02020603050405020304" pitchFamily="18" charset="0"/>
          <a:cs typeface="Times New Roman" panose="02020603050405020304" pitchFamily="18" charset="0"/>
        </a:defRPr>
      </a:pPr>
      <a:endParaRPr lang="zh-CN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1078783148388409"/>
          <c:y val="2.1384215600307042E-2"/>
          <c:w val="0.69366139167211172"/>
          <c:h val="0.86135770537560463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Sheet4!$B$1</c:f>
              <c:strCache>
                <c:ptCount val="1"/>
                <c:pt idx="0">
                  <c:v>Linear Regression</c:v>
                </c:pt>
              </c:strCache>
            </c:strRef>
          </c:tx>
          <c:xVal>
            <c:numRef>
              <c:f>Sheet4!$A$2:$A$23</c:f>
              <c:numCache>
                <c:formatCode>General</c:formatCode>
                <c:ptCount val="22"/>
                <c:pt idx="0">
                  <c:v>500</c:v>
                </c:pt>
                <c:pt idx="1">
                  <c:v>600</c:v>
                </c:pt>
                <c:pt idx="2">
                  <c:v>700</c:v>
                </c:pt>
                <c:pt idx="3">
                  <c:v>800</c:v>
                </c:pt>
                <c:pt idx="4">
                  <c:v>900</c:v>
                </c:pt>
                <c:pt idx="5">
                  <c:v>1000</c:v>
                </c:pt>
                <c:pt idx="6">
                  <c:v>1100</c:v>
                </c:pt>
                <c:pt idx="7">
                  <c:v>1200</c:v>
                </c:pt>
                <c:pt idx="8">
                  <c:v>1300</c:v>
                </c:pt>
                <c:pt idx="9">
                  <c:v>1400</c:v>
                </c:pt>
                <c:pt idx="10">
                  <c:v>1500</c:v>
                </c:pt>
                <c:pt idx="11">
                  <c:v>2000</c:v>
                </c:pt>
                <c:pt idx="12">
                  <c:v>2500</c:v>
                </c:pt>
                <c:pt idx="13">
                  <c:v>3000</c:v>
                </c:pt>
                <c:pt idx="14">
                  <c:v>3500</c:v>
                </c:pt>
                <c:pt idx="15">
                  <c:v>4000</c:v>
                </c:pt>
                <c:pt idx="16">
                  <c:v>4500</c:v>
                </c:pt>
                <c:pt idx="17">
                  <c:v>5000</c:v>
                </c:pt>
                <c:pt idx="18">
                  <c:v>6000</c:v>
                </c:pt>
                <c:pt idx="19">
                  <c:v>7000</c:v>
                </c:pt>
                <c:pt idx="20">
                  <c:v>8000</c:v>
                </c:pt>
                <c:pt idx="21">
                  <c:v>9000</c:v>
                </c:pt>
              </c:numCache>
            </c:numRef>
          </c:xVal>
          <c:yVal>
            <c:numRef>
              <c:f>Sheet4!$B$2:$B$23</c:f>
              <c:numCache>
                <c:formatCode>General</c:formatCode>
                <c:ptCount val="22"/>
                <c:pt idx="7">
                  <c:v>4.5984999999999998E-2</c:v>
                </c:pt>
                <c:pt idx="8">
                  <c:v>4.0164999999999999E-2</c:v>
                </c:pt>
                <c:pt idx="9">
                  <c:v>3.5506000000000003E-2</c:v>
                </c:pt>
                <c:pt idx="10">
                  <c:v>3.1711999999999997E-2</c:v>
                </c:pt>
                <c:pt idx="11">
                  <c:v>2.5416999999999999E-2</c:v>
                </c:pt>
                <c:pt idx="12">
                  <c:v>2.2536E-2</c:v>
                </c:pt>
                <c:pt idx="13">
                  <c:v>2.1861999999999999E-2</c:v>
                </c:pt>
                <c:pt idx="14">
                  <c:v>2.1069999999999998E-2</c:v>
                </c:pt>
                <c:pt idx="15">
                  <c:v>2.0566999999999998E-2</c:v>
                </c:pt>
                <c:pt idx="16">
                  <c:v>2.0140000000000002E-2</c:v>
                </c:pt>
                <c:pt idx="17">
                  <c:v>1.9834000000000001E-2</c:v>
                </c:pt>
                <c:pt idx="18">
                  <c:v>1.9466000000000001E-2</c:v>
                </c:pt>
                <c:pt idx="19">
                  <c:v>1.9050000000000001E-2</c:v>
                </c:pt>
                <c:pt idx="20">
                  <c:v>1.8530000000000001E-2</c:v>
                </c:pt>
                <c:pt idx="21">
                  <c:v>1.8161E-2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Sheet4!$C$1</c:f>
              <c:strCache>
                <c:ptCount val="1"/>
                <c:pt idx="0">
                  <c:v>OMP</c:v>
                </c:pt>
              </c:strCache>
            </c:strRef>
          </c:tx>
          <c:xVal>
            <c:numRef>
              <c:f>Sheet4!$A$2:$A$23</c:f>
              <c:numCache>
                <c:formatCode>General</c:formatCode>
                <c:ptCount val="22"/>
                <c:pt idx="0">
                  <c:v>500</c:v>
                </c:pt>
                <c:pt idx="1">
                  <c:v>600</c:v>
                </c:pt>
                <c:pt idx="2">
                  <c:v>700</c:v>
                </c:pt>
                <c:pt idx="3">
                  <c:v>800</c:v>
                </c:pt>
                <c:pt idx="4">
                  <c:v>900</c:v>
                </c:pt>
                <c:pt idx="5">
                  <c:v>1000</c:v>
                </c:pt>
                <c:pt idx="6">
                  <c:v>1100</c:v>
                </c:pt>
                <c:pt idx="7">
                  <c:v>1200</c:v>
                </c:pt>
                <c:pt idx="8">
                  <c:v>1300</c:v>
                </c:pt>
                <c:pt idx="9">
                  <c:v>1400</c:v>
                </c:pt>
                <c:pt idx="10">
                  <c:v>1500</c:v>
                </c:pt>
                <c:pt idx="11">
                  <c:v>2000</c:v>
                </c:pt>
                <c:pt idx="12">
                  <c:v>2500</c:v>
                </c:pt>
                <c:pt idx="13">
                  <c:v>3000</c:v>
                </c:pt>
                <c:pt idx="14">
                  <c:v>3500</c:v>
                </c:pt>
                <c:pt idx="15">
                  <c:v>4000</c:v>
                </c:pt>
                <c:pt idx="16">
                  <c:v>4500</c:v>
                </c:pt>
                <c:pt idx="17">
                  <c:v>5000</c:v>
                </c:pt>
                <c:pt idx="18">
                  <c:v>6000</c:v>
                </c:pt>
                <c:pt idx="19">
                  <c:v>7000</c:v>
                </c:pt>
                <c:pt idx="20">
                  <c:v>8000</c:v>
                </c:pt>
                <c:pt idx="21">
                  <c:v>9000</c:v>
                </c:pt>
              </c:numCache>
            </c:numRef>
          </c:xVal>
          <c:yVal>
            <c:numRef>
              <c:f>Sheet4!$C$2:$C$23</c:f>
              <c:numCache>
                <c:formatCode>General</c:formatCode>
                <c:ptCount val="22"/>
                <c:pt idx="0">
                  <c:v>3.9321000000000002E-2</c:v>
                </c:pt>
                <c:pt idx="1">
                  <c:v>3.4341999999999998E-2</c:v>
                </c:pt>
                <c:pt idx="2">
                  <c:v>3.1208E-2</c:v>
                </c:pt>
                <c:pt idx="3">
                  <c:v>2.7536000000000001E-2</c:v>
                </c:pt>
                <c:pt idx="4">
                  <c:v>2.5149999999999999E-2</c:v>
                </c:pt>
                <c:pt idx="5">
                  <c:v>2.5169E-2</c:v>
                </c:pt>
                <c:pt idx="6">
                  <c:v>2.3892E-2</c:v>
                </c:pt>
                <c:pt idx="7">
                  <c:v>2.368E-2</c:v>
                </c:pt>
                <c:pt idx="8">
                  <c:v>2.3345000000000001E-2</c:v>
                </c:pt>
                <c:pt idx="9">
                  <c:v>2.3746E-2</c:v>
                </c:pt>
                <c:pt idx="10">
                  <c:v>2.2710000000000001E-2</c:v>
                </c:pt>
                <c:pt idx="11">
                  <c:v>2.0837000000000001E-2</c:v>
                </c:pt>
                <c:pt idx="12">
                  <c:v>2.0067000000000002E-2</c:v>
                </c:pt>
                <c:pt idx="13">
                  <c:v>1.9258000000000001E-2</c:v>
                </c:pt>
                <c:pt idx="14">
                  <c:v>1.9088999999999998E-2</c:v>
                </c:pt>
                <c:pt idx="15">
                  <c:v>1.8679000000000001E-2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Sheet4!$D$1</c:f>
              <c:strCache>
                <c:ptCount val="1"/>
                <c:pt idx="0">
                  <c:v>LASSO</c:v>
                </c:pt>
              </c:strCache>
            </c:strRef>
          </c:tx>
          <c:xVal>
            <c:numRef>
              <c:f>Sheet4!$A$2:$A$23</c:f>
              <c:numCache>
                <c:formatCode>General</c:formatCode>
                <c:ptCount val="22"/>
                <c:pt idx="0">
                  <c:v>500</c:v>
                </c:pt>
                <c:pt idx="1">
                  <c:v>600</c:v>
                </c:pt>
                <c:pt idx="2">
                  <c:v>700</c:v>
                </c:pt>
                <c:pt idx="3">
                  <c:v>800</c:v>
                </c:pt>
                <c:pt idx="4">
                  <c:v>900</c:v>
                </c:pt>
                <c:pt idx="5">
                  <c:v>1000</c:v>
                </c:pt>
                <c:pt idx="6">
                  <c:v>1100</c:v>
                </c:pt>
                <c:pt idx="7">
                  <c:v>1200</c:v>
                </c:pt>
                <c:pt idx="8">
                  <c:v>1300</c:v>
                </c:pt>
                <c:pt idx="9">
                  <c:v>1400</c:v>
                </c:pt>
                <c:pt idx="10">
                  <c:v>1500</c:v>
                </c:pt>
                <c:pt idx="11">
                  <c:v>2000</c:v>
                </c:pt>
                <c:pt idx="12">
                  <c:v>2500</c:v>
                </c:pt>
                <c:pt idx="13">
                  <c:v>3000</c:v>
                </c:pt>
                <c:pt idx="14">
                  <c:v>3500</c:v>
                </c:pt>
                <c:pt idx="15">
                  <c:v>4000</c:v>
                </c:pt>
                <c:pt idx="16">
                  <c:v>4500</c:v>
                </c:pt>
                <c:pt idx="17">
                  <c:v>5000</c:v>
                </c:pt>
                <c:pt idx="18">
                  <c:v>6000</c:v>
                </c:pt>
                <c:pt idx="19">
                  <c:v>7000</c:v>
                </c:pt>
                <c:pt idx="20">
                  <c:v>8000</c:v>
                </c:pt>
                <c:pt idx="21">
                  <c:v>9000</c:v>
                </c:pt>
              </c:numCache>
            </c:numRef>
          </c:xVal>
          <c:yVal>
            <c:numRef>
              <c:f>Sheet4!$D$2:$D$23</c:f>
              <c:numCache>
                <c:formatCode>General</c:formatCode>
                <c:ptCount val="22"/>
                <c:pt idx="0">
                  <c:v>3.2075336431602E-2</c:v>
                </c:pt>
                <c:pt idx="1">
                  <c:v>3.0079493557687999E-2</c:v>
                </c:pt>
                <c:pt idx="2">
                  <c:v>2.6552179397924001E-2</c:v>
                </c:pt>
                <c:pt idx="3">
                  <c:v>2.5663591555140999E-2</c:v>
                </c:pt>
                <c:pt idx="4">
                  <c:v>2.4613653919340998E-2</c:v>
                </c:pt>
                <c:pt idx="5">
                  <c:v>2.4013549809822999E-2</c:v>
                </c:pt>
                <c:pt idx="6">
                  <c:v>2.319523190367E-2</c:v>
                </c:pt>
                <c:pt idx="7">
                  <c:v>2.3130675780479001E-2</c:v>
                </c:pt>
                <c:pt idx="8">
                  <c:v>2.2398258836806999E-2</c:v>
                </c:pt>
                <c:pt idx="9">
                  <c:v>2.1635213262296001E-2</c:v>
                </c:pt>
                <c:pt idx="10">
                  <c:v>2.1306180242043001E-2</c:v>
                </c:pt>
                <c:pt idx="11">
                  <c:v>1.9956340111954001E-2</c:v>
                </c:pt>
                <c:pt idx="12">
                  <c:v>1.9384703579431999E-2</c:v>
                </c:pt>
                <c:pt idx="13">
                  <c:v>1.9193202452060999E-2</c:v>
                </c:pt>
                <c:pt idx="14">
                  <c:v>1.8855861877176E-2</c:v>
                </c:pt>
                <c:pt idx="15">
                  <c:v>1.8591316849722001E-2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6798848"/>
        <c:axId val="36801152"/>
      </c:scatterChart>
      <c:valAx>
        <c:axId val="36798848"/>
        <c:scaling>
          <c:orientation val="minMax"/>
          <c:max val="9000"/>
          <c:min val="0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#sample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chemeClr val="tx1"/>
            </a:solidFill>
          </a:ln>
        </c:spPr>
        <c:crossAx val="36801152"/>
        <c:crosses val="autoZero"/>
        <c:crossBetween val="midCat"/>
        <c:majorUnit val="1000"/>
      </c:valAx>
      <c:valAx>
        <c:axId val="36801152"/>
        <c:scaling>
          <c:orientation val="minMax"/>
          <c:max val="5.000000000000001E-2"/>
          <c:min val="1.0000000000000002E-2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Error</a:t>
                </a:r>
              </a:p>
            </c:rich>
          </c:tx>
          <c:layout/>
          <c:overlay val="0"/>
        </c:title>
        <c:numFmt formatCode="#,##0.000_);[Red]\(#,##0.000\)" sourceLinked="0"/>
        <c:majorTickMark val="out"/>
        <c:minorTickMark val="none"/>
        <c:tickLblPos val="nextTo"/>
        <c:spPr>
          <a:ln>
            <a:solidFill>
              <a:schemeClr val="tx1"/>
            </a:solidFill>
          </a:ln>
        </c:spPr>
        <c:crossAx val="36798848"/>
        <c:crosses val="autoZero"/>
        <c:crossBetween val="midCat"/>
        <c:majorUnit val="5.000000000000001E-3"/>
      </c:valAx>
      <c:spPr>
        <a:ln>
          <a:solidFill>
            <a:schemeClr val="tx1"/>
          </a:solidFill>
        </a:ln>
      </c:spPr>
    </c:plotArea>
    <c:legend>
      <c:legendPos val="r"/>
      <c:layout/>
      <c:overlay val="0"/>
    </c:legend>
    <c:plotVisOnly val="1"/>
    <c:dispBlanksAs val="gap"/>
    <c:showDLblsOverMax val="0"/>
  </c:chart>
  <c:spPr>
    <a:ln>
      <a:noFill/>
    </a:ln>
  </c:spPr>
  <c:txPr>
    <a:bodyPr/>
    <a:lstStyle/>
    <a:p>
      <a:pPr>
        <a:defRPr sz="1200">
          <a:latin typeface="Times New Roman" panose="02020603050405020304" pitchFamily="18" charset="0"/>
          <a:cs typeface="Times New Roman" panose="02020603050405020304" pitchFamily="18" charset="0"/>
        </a:defRPr>
      </a:pPr>
      <a:endParaRPr lang="zh-CN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3042716535433072"/>
          <c:y val="4.1570873741105983E-2"/>
          <c:w val="0.66709693075038445"/>
          <c:h val="0.8380542766768599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Sheet3!$B$1</c:f>
              <c:strCache>
                <c:ptCount val="1"/>
                <c:pt idx="0">
                  <c:v>Linear Regression</c:v>
                </c:pt>
              </c:strCache>
            </c:strRef>
          </c:tx>
          <c:marker>
            <c:symbol val="none"/>
          </c:marker>
          <c:xVal>
            <c:numRef>
              <c:f>Sheet3!$A$2:$A$1024</c:f>
              <c:numCache>
                <c:formatCode>General</c:formatCode>
                <c:ptCount val="1023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  <c:pt idx="228">
                  <c:v>229</c:v>
                </c:pt>
                <c:pt idx="229">
                  <c:v>230</c:v>
                </c:pt>
                <c:pt idx="230">
                  <c:v>231</c:v>
                </c:pt>
                <c:pt idx="231">
                  <c:v>232</c:v>
                </c:pt>
                <c:pt idx="232">
                  <c:v>233</c:v>
                </c:pt>
                <c:pt idx="233">
                  <c:v>234</c:v>
                </c:pt>
                <c:pt idx="234">
                  <c:v>235</c:v>
                </c:pt>
                <c:pt idx="235">
                  <c:v>236</c:v>
                </c:pt>
                <c:pt idx="236">
                  <c:v>237</c:v>
                </c:pt>
                <c:pt idx="237">
                  <c:v>238</c:v>
                </c:pt>
                <c:pt idx="238">
                  <c:v>239</c:v>
                </c:pt>
                <c:pt idx="239">
                  <c:v>240</c:v>
                </c:pt>
                <c:pt idx="240">
                  <c:v>241</c:v>
                </c:pt>
                <c:pt idx="241">
                  <c:v>242</c:v>
                </c:pt>
                <c:pt idx="242">
                  <c:v>243</c:v>
                </c:pt>
                <c:pt idx="243">
                  <c:v>244</c:v>
                </c:pt>
                <c:pt idx="244">
                  <c:v>245</c:v>
                </c:pt>
                <c:pt idx="245">
                  <c:v>246</c:v>
                </c:pt>
                <c:pt idx="246">
                  <c:v>247</c:v>
                </c:pt>
                <c:pt idx="247">
                  <c:v>248</c:v>
                </c:pt>
                <c:pt idx="248">
                  <c:v>249</c:v>
                </c:pt>
                <c:pt idx="249">
                  <c:v>250</c:v>
                </c:pt>
                <c:pt idx="250">
                  <c:v>251</c:v>
                </c:pt>
                <c:pt idx="251">
                  <c:v>252</c:v>
                </c:pt>
                <c:pt idx="252">
                  <c:v>253</c:v>
                </c:pt>
                <c:pt idx="253">
                  <c:v>254</c:v>
                </c:pt>
                <c:pt idx="254">
                  <c:v>255</c:v>
                </c:pt>
                <c:pt idx="255">
                  <c:v>256</c:v>
                </c:pt>
                <c:pt idx="256">
                  <c:v>257</c:v>
                </c:pt>
                <c:pt idx="257">
                  <c:v>258</c:v>
                </c:pt>
                <c:pt idx="258">
                  <c:v>259</c:v>
                </c:pt>
                <c:pt idx="259">
                  <c:v>260</c:v>
                </c:pt>
                <c:pt idx="260">
                  <c:v>261</c:v>
                </c:pt>
                <c:pt idx="261">
                  <c:v>262</c:v>
                </c:pt>
                <c:pt idx="262">
                  <c:v>263</c:v>
                </c:pt>
                <c:pt idx="263">
                  <c:v>264</c:v>
                </c:pt>
                <c:pt idx="264">
                  <c:v>265</c:v>
                </c:pt>
                <c:pt idx="265">
                  <c:v>266</c:v>
                </c:pt>
                <c:pt idx="266">
                  <c:v>267</c:v>
                </c:pt>
                <c:pt idx="267">
                  <c:v>268</c:v>
                </c:pt>
                <c:pt idx="268">
                  <c:v>269</c:v>
                </c:pt>
                <c:pt idx="269">
                  <c:v>270</c:v>
                </c:pt>
                <c:pt idx="270">
                  <c:v>271</c:v>
                </c:pt>
                <c:pt idx="271">
                  <c:v>272</c:v>
                </c:pt>
                <c:pt idx="272">
                  <c:v>273</c:v>
                </c:pt>
                <c:pt idx="273">
                  <c:v>274</c:v>
                </c:pt>
                <c:pt idx="274">
                  <c:v>275</c:v>
                </c:pt>
                <c:pt idx="275">
                  <c:v>276</c:v>
                </c:pt>
                <c:pt idx="276">
                  <c:v>277</c:v>
                </c:pt>
                <c:pt idx="277">
                  <c:v>278</c:v>
                </c:pt>
                <c:pt idx="278">
                  <c:v>279</c:v>
                </c:pt>
                <c:pt idx="279">
                  <c:v>280</c:v>
                </c:pt>
                <c:pt idx="280">
                  <c:v>281</c:v>
                </c:pt>
                <c:pt idx="281">
                  <c:v>282</c:v>
                </c:pt>
                <c:pt idx="282">
                  <c:v>283</c:v>
                </c:pt>
                <c:pt idx="283">
                  <c:v>284</c:v>
                </c:pt>
                <c:pt idx="284">
                  <c:v>285</c:v>
                </c:pt>
                <c:pt idx="285">
                  <c:v>286</c:v>
                </c:pt>
                <c:pt idx="286">
                  <c:v>287</c:v>
                </c:pt>
                <c:pt idx="287">
                  <c:v>288</c:v>
                </c:pt>
                <c:pt idx="288">
                  <c:v>289</c:v>
                </c:pt>
                <c:pt idx="289">
                  <c:v>290</c:v>
                </c:pt>
                <c:pt idx="290">
                  <c:v>291</c:v>
                </c:pt>
                <c:pt idx="291">
                  <c:v>292</c:v>
                </c:pt>
                <c:pt idx="292">
                  <c:v>293</c:v>
                </c:pt>
                <c:pt idx="293">
                  <c:v>294</c:v>
                </c:pt>
                <c:pt idx="294">
                  <c:v>295</c:v>
                </c:pt>
                <c:pt idx="295">
                  <c:v>296</c:v>
                </c:pt>
                <c:pt idx="296">
                  <c:v>297</c:v>
                </c:pt>
                <c:pt idx="297">
                  <c:v>298</c:v>
                </c:pt>
                <c:pt idx="298">
                  <c:v>299</c:v>
                </c:pt>
                <c:pt idx="299">
                  <c:v>300</c:v>
                </c:pt>
                <c:pt idx="300">
                  <c:v>301</c:v>
                </c:pt>
                <c:pt idx="301">
                  <c:v>302</c:v>
                </c:pt>
                <c:pt idx="302">
                  <c:v>303</c:v>
                </c:pt>
                <c:pt idx="303">
                  <c:v>304</c:v>
                </c:pt>
                <c:pt idx="304">
                  <c:v>305</c:v>
                </c:pt>
                <c:pt idx="305">
                  <c:v>306</c:v>
                </c:pt>
                <c:pt idx="306">
                  <c:v>307</c:v>
                </c:pt>
                <c:pt idx="307">
                  <c:v>308</c:v>
                </c:pt>
                <c:pt idx="308">
                  <c:v>309</c:v>
                </c:pt>
                <c:pt idx="309">
                  <c:v>310</c:v>
                </c:pt>
                <c:pt idx="310">
                  <c:v>311</c:v>
                </c:pt>
                <c:pt idx="311">
                  <c:v>312</c:v>
                </c:pt>
                <c:pt idx="312">
                  <c:v>313</c:v>
                </c:pt>
                <c:pt idx="313">
                  <c:v>314</c:v>
                </c:pt>
                <c:pt idx="314">
                  <c:v>315</c:v>
                </c:pt>
                <c:pt idx="315">
                  <c:v>316</c:v>
                </c:pt>
                <c:pt idx="316">
                  <c:v>317</c:v>
                </c:pt>
                <c:pt idx="317">
                  <c:v>318</c:v>
                </c:pt>
                <c:pt idx="318">
                  <c:v>319</c:v>
                </c:pt>
                <c:pt idx="319">
                  <c:v>320</c:v>
                </c:pt>
                <c:pt idx="320">
                  <c:v>321</c:v>
                </c:pt>
                <c:pt idx="321">
                  <c:v>322</c:v>
                </c:pt>
                <c:pt idx="322">
                  <c:v>323</c:v>
                </c:pt>
                <c:pt idx="323">
                  <c:v>324</c:v>
                </c:pt>
                <c:pt idx="324">
                  <c:v>325</c:v>
                </c:pt>
                <c:pt idx="325">
                  <c:v>326</c:v>
                </c:pt>
                <c:pt idx="326">
                  <c:v>327</c:v>
                </c:pt>
                <c:pt idx="327">
                  <c:v>328</c:v>
                </c:pt>
                <c:pt idx="328">
                  <c:v>329</c:v>
                </c:pt>
                <c:pt idx="329">
                  <c:v>330</c:v>
                </c:pt>
                <c:pt idx="330">
                  <c:v>331</c:v>
                </c:pt>
                <c:pt idx="331">
                  <c:v>332</c:v>
                </c:pt>
                <c:pt idx="332">
                  <c:v>333</c:v>
                </c:pt>
                <c:pt idx="333">
                  <c:v>334</c:v>
                </c:pt>
                <c:pt idx="334">
                  <c:v>335</c:v>
                </c:pt>
                <c:pt idx="335">
                  <c:v>336</c:v>
                </c:pt>
                <c:pt idx="336">
                  <c:v>337</c:v>
                </c:pt>
                <c:pt idx="337">
                  <c:v>338</c:v>
                </c:pt>
                <c:pt idx="338">
                  <c:v>339</c:v>
                </c:pt>
                <c:pt idx="339">
                  <c:v>340</c:v>
                </c:pt>
                <c:pt idx="340">
                  <c:v>341</c:v>
                </c:pt>
                <c:pt idx="341">
                  <c:v>342</c:v>
                </c:pt>
                <c:pt idx="342">
                  <c:v>343</c:v>
                </c:pt>
                <c:pt idx="343">
                  <c:v>344</c:v>
                </c:pt>
                <c:pt idx="344">
                  <c:v>345</c:v>
                </c:pt>
                <c:pt idx="345">
                  <c:v>346</c:v>
                </c:pt>
                <c:pt idx="346">
                  <c:v>347</c:v>
                </c:pt>
                <c:pt idx="347">
                  <c:v>348</c:v>
                </c:pt>
                <c:pt idx="348">
                  <c:v>349</c:v>
                </c:pt>
                <c:pt idx="349">
                  <c:v>350</c:v>
                </c:pt>
                <c:pt idx="350">
                  <c:v>351</c:v>
                </c:pt>
                <c:pt idx="351">
                  <c:v>352</c:v>
                </c:pt>
                <c:pt idx="352">
                  <c:v>353</c:v>
                </c:pt>
                <c:pt idx="353">
                  <c:v>354</c:v>
                </c:pt>
                <c:pt idx="354">
                  <c:v>355</c:v>
                </c:pt>
                <c:pt idx="355">
                  <c:v>356</c:v>
                </c:pt>
                <c:pt idx="356">
                  <c:v>357</c:v>
                </c:pt>
                <c:pt idx="357">
                  <c:v>358</c:v>
                </c:pt>
                <c:pt idx="358">
                  <c:v>359</c:v>
                </c:pt>
                <c:pt idx="359">
                  <c:v>360</c:v>
                </c:pt>
                <c:pt idx="360">
                  <c:v>361</c:v>
                </c:pt>
                <c:pt idx="361">
                  <c:v>362</c:v>
                </c:pt>
                <c:pt idx="362">
                  <c:v>363</c:v>
                </c:pt>
                <c:pt idx="363">
                  <c:v>364</c:v>
                </c:pt>
                <c:pt idx="364">
                  <c:v>365</c:v>
                </c:pt>
                <c:pt idx="365">
                  <c:v>366</c:v>
                </c:pt>
                <c:pt idx="366">
                  <c:v>367</c:v>
                </c:pt>
                <c:pt idx="367">
                  <c:v>368</c:v>
                </c:pt>
                <c:pt idx="368">
                  <c:v>369</c:v>
                </c:pt>
                <c:pt idx="369">
                  <c:v>370</c:v>
                </c:pt>
                <c:pt idx="370">
                  <c:v>371</c:v>
                </c:pt>
                <c:pt idx="371">
                  <c:v>372</c:v>
                </c:pt>
                <c:pt idx="372">
                  <c:v>373</c:v>
                </c:pt>
                <c:pt idx="373">
                  <c:v>374</c:v>
                </c:pt>
                <c:pt idx="374">
                  <c:v>375</c:v>
                </c:pt>
                <c:pt idx="375">
                  <c:v>376</c:v>
                </c:pt>
                <c:pt idx="376">
                  <c:v>377</c:v>
                </c:pt>
                <c:pt idx="377">
                  <c:v>378</c:v>
                </c:pt>
                <c:pt idx="378">
                  <c:v>379</c:v>
                </c:pt>
                <c:pt idx="379">
                  <c:v>380</c:v>
                </c:pt>
                <c:pt idx="380">
                  <c:v>381</c:v>
                </c:pt>
                <c:pt idx="381">
                  <c:v>382</c:v>
                </c:pt>
                <c:pt idx="382">
                  <c:v>383</c:v>
                </c:pt>
                <c:pt idx="383">
                  <c:v>384</c:v>
                </c:pt>
                <c:pt idx="384">
                  <c:v>385</c:v>
                </c:pt>
                <c:pt idx="385">
                  <c:v>386</c:v>
                </c:pt>
                <c:pt idx="386">
                  <c:v>387</c:v>
                </c:pt>
                <c:pt idx="387">
                  <c:v>388</c:v>
                </c:pt>
                <c:pt idx="388">
                  <c:v>389</c:v>
                </c:pt>
                <c:pt idx="389">
                  <c:v>390</c:v>
                </c:pt>
                <c:pt idx="390">
                  <c:v>391</c:v>
                </c:pt>
                <c:pt idx="391">
                  <c:v>392</c:v>
                </c:pt>
                <c:pt idx="392">
                  <c:v>393</c:v>
                </c:pt>
                <c:pt idx="393">
                  <c:v>394</c:v>
                </c:pt>
                <c:pt idx="394">
                  <c:v>395</c:v>
                </c:pt>
                <c:pt idx="395">
                  <c:v>396</c:v>
                </c:pt>
                <c:pt idx="396">
                  <c:v>397</c:v>
                </c:pt>
                <c:pt idx="397">
                  <c:v>398</c:v>
                </c:pt>
                <c:pt idx="398">
                  <c:v>399</c:v>
                </c:pt>
                <c:pt idx="399">
                  <c:v>400</c:v>
                </c:pt>
                <c:pt idx="400">
                  <c:v>401</c:v>
                </c:pt>
                <c:pt idx="401">
                  <c:v>402</c:v>
                </c:pt>
                <c:pt idx="402">
                  <c:v>403</c:v>
                </c:pt>
                <c:pt idx="403">
                  <c:v>404</c:v>
                </c:pt>
                <c:pt idx="404">
                  <c:v>405</c:v>
                </c:pt>
                <c:pt idx="405">
                  <c:v>406</c:v>
                </c:pt>
                <c:pt idx="406">
                  <c:v>407</c:v>
                </c:pt>
                <c:pt idx="407">
                  <c:v>408</c:v>
                </c:pt>
                <c:pt idx="408">
                  <c:v>409</c:v>
                </c:pt>
                <c:pt idx="409">
                  <c:v>410</c:v>
                </c:pt>
                <c:pt idx="410">
                  <c:v>411</c:v>
                </c:pt>
                <c:pt idx="411">
                  <c:v>412</c:v>
                </c:pt>
                <c:pt idx="412">
                  <c:v>413</c:v>
                </c:pt>
                <c:pt idx="413">
                  <c:v>414</c:v>
                </c:pt>
                <c:pt idx="414">
                  <c:v>415</c:v>
                </c:pt>
                <c:pt idx="415">
                  <c:v>416</c:v>
                </c:pt>
                <c:pt idx="416">
                  <c:v>417</c:v>
                </c:pt>
                <c:pt idx="417">
                  <c:v>418</c:v>
                </c:pt>
                <c:pt idx="418">
                  <c:v>419</c:v>
                </c:pt>
                <c:pt idx="419">
                  <c:v>420</c:v>
                </c:pt>
                <c:pt idx="420">
                  <c:v>421</c:v>
                </c:pt>
                <c:pt idx="421">
                  <c:v>422</c:v>
                </c:pt>
                <c:pt idx="422">
                  <c:v>423</c:v>
                </c:pt>
                <c:pt idx="423">
                  <c:v>424</c:v>
                </c:pt>
                <c:pt idx="424">
                  <c:v>425</c:v>
                </c:pt>
                <c:pt idx="425">
                  <c:v>426</c:v>
                </c:pt>
                <c:pt idx="426">
                  <c:v>427</c:v>
                </c:pt>
                <c:pt idx="427">
                  <c:v>428</c:v>
                </c:pt>
                <c:pt idx="428">
                  <c:v>429</c:v>
                </c:pt>
                <c:pt idx="429">
                  <c:v>430</c:v>
                </c:pt>
                <c:pt idx="430">
                  <c:v>431</c:v>
                </c:pt>
                <c:pt idx="431">
                  <c:v>432</c:v>
                </c:pt>
                <c:pt idx="432">
                  <c:v>433</c:v>
                </c:pt>
                <c:pt idx="433">
                  <c:v>434</c:v>
                </c:pt>
                <c:pt idx="434">
                  <c:v>435</c:v>
                </c:pt>
                <c:pt idx="435">
                  <c:v>436</c:v>
                </c:pt>
                <c:pt idx="436">
                  <c:v>437</c:v>
                </c:pt>
                <c:pt idx="437">
                  <c:v>438</c:v>
                </c:pt>
                <c:pt idx="438">
                  <c:v>439</c:v>
                </c:pt>
                <c:pt idx="439">
                  <c:v>440</c:v>
                </c:pt>
                <c:pt idx="440">
                  <c:v>441</c:v>
                </c:pt>
                <c:pt idx="441">
                  <c:v>442</c:v>
                </c:pt>
                <c:pt idx="442">
                  <c:v>443</c:v>
                </c:pt>
                <c:pt idx="443">
                  <c:v>444</c:v>
                </c:pt>
                <c:pt idx="444">
                  <c:v>445</c:v>
                </c:pt>
                <c:pt idx="445">
                  <c:v>446</c:v>
                </c:pt>
                <c:pt idx="446">
                  <c:v>447</c:v>
                </c:pt>
                <c:pt idx="447">
                  <c:v>448</c:v>
                </c:pt>
                <c:pt idx="448">
                  <c:v>449</c:v>
                </c:pt>
                <c:pt idx="449">
                  <c:v>450</c:v>
                </c:pt>
                <c:pt idx="450">
                  <c:v>451</c:v>
                </c:pt>
                <c:pt idx="451">
                  <c:v>452</c:v>
                </c:pt>
                <c:pt idx="452">
                  <c:v>453</c:v>
                </c:pt>
                <c:pt idx="453">
                  <c:v>454</c:v>
                </c:pt>
                <c:pt idx="454">
                  <c:v>455</c:v>
                </c:pt>
                <c:pt idx="455">
                  <c:v>456</c:v>
                </c:pt>
                <c:pt idx="456">
                  <c:v>457</c:v>
                </c:pt>
                <c:pt idx="457">
                  <c:v>458</c:v>
                </c:pt>
                <c:pt idx="458">
                  <c:v>459</c:v>
                </c:pt>
                <c:pt idx="459">
                  <c:v>460</c:v>
                </c:pt>
                <c:pt idx="460">
                  <c:v>461</c:v>
                </c:pt>
                <c:pt idx="461">
                  <c:v>462</c:v>
                </c:pt>
                <c:pt idx="462">
                  <c:v>463</c:v>
                </c:pt>
                <c:pt idx="463">
                  <c:v>464</c:v>
                </c:pt>
                <c:pt idx="464">
                  <c:v>465</c:v>
                </c:pt>
                <c:pt idx="465">
                  <c:v>466</c:v>
                </c:pt>
                <c:pt idx="466">
                  <c:v>467</c:v>
                </c:pt>
                <c:pt idx="467">
                  <c:v>468</c:v>
                </c:pt>
                <c:pt idx="468">
                  <c:v>469</c:v>
                </c:pt>
                <c:pt idx="469">
                  <c:v>470</c:v>
                </c:pt>
                <c:pt idx="470">
                  <c:v>471</c:v>
                </c:pt>
                <c:pt idx="471">
                  <c:v>472</c:v>
                </c:pt>
                <c:pt idx="472">
                  <c:v>473</c:v>
                </c:pt>
                <c:pt idx="473">
                  <c:v>474</c:v>
                </c:pt>
                <c:pt idx="474">
                  <c:v>475</c:v>
                </c:pt>
                <c:pt idx="475">
                  <c:v>476</c:v>
                </c:pt>
                <c:pt idx="476">
                  <c:v>477</c:v>
                </c:pt>
                <c:pt idx="477">
                  <c:v>478</c:v>
                </c:pt>
                <c:pt idx="478">
                  <c:v>479</c:v>
                </c:pt>
                <c:pt idx="479">
                  <c:v>480</c:v>
                </c:pt>
                <c:pt idx="480">
                  <c:v>481</c:v>
                </c:pt>
                <c:pt idx="481">
                  <c:v>482</c:v>
                </c:pt>
                <c:pt idx="482">
                  <c:v>483</c:v>
                </c:pt>
                <c:pt idx="483">
                  <c:v>484</c:v>
                </c:pt>
                <c:pt idx="484">
                  <c:v>485</c:v>
                </c:pt>
                <c:pt idx="485">
                  <c:v>486</c:v>
                </c:pt>
                <c:pt idx="486">
                  <c:v>487</c:v>
                </c:pt>
                <c:pt idx="487">
                  <c:v>488</c:v>
                </c:pt>
                <c:pt idx="488">
                  <c:v>489</c:v>
                </c:pt>
                <c:pt idx="489">
                  <c:v>490</c:v>
                </c:pt>
                <c:pt idx="490">
                  <c:v>491</c:v>
                </c:pt>
                <c:pt idx="491">
                  <c:v>492</c:v>
                </c:pt>
                <c:pt idx="492">
                  <c:v>493</c:v>
                </c:pt>
                <c:pt idx="493">
                  <c:v>494</c:v>
                </c:pt>
                <c:pt idx="494">
                  <c:v>495</c:v>
                </c:pt>
                <c:pt idx="495">
                  <c:v>496</c:v>
                </c:pt>
                <c:pt idx="496">
                  <c:v>497</c:v>
                </c:pt>
                <c:pt idx="497">
                  <c:v>498</c:v>
                </c:pt>
                <c:pt idx="498">
                  <c:v>499</c:v>
                </c:pt>
                <c:pt idx="499">
                  <c:v>500</c:v>
                </c:pt>
                <c:pt idx="500">
                  <c:v>501</c:v>
                </c:pt>
                <c:pt idx="501">
                  <c:v>502</c:v>
                </c:pt>
                <c:pt idx="502">
                  <c:v>503</c:v>
                </c:pt>
                <c:pt idx="503">
                  <c:v>504</c:v>
                </c:pt>
                <c:pt idx="504">
                  <c:v>505</c:v>
                </c:pt>
                <c:pt idx="505">
                  <c:v>506</c:v>
                </c:pt>
                <c:pt idx="506">
                  <c:v>507</c:v>
                </c:pt>
                <c:pt idx="507">
                  <c:v>508</c:v>
                </c:pt>
                <c:pt idx="508">
                  <c:v>509</c:v>
                </c:pt>
                <c:pt idx="509">
                  <c:v>510</c:v>
                </c:pt>
                <c:pt idx="510">
                  <c:v>511</c:v>
                </c:pt>
                <c:pt idx="511">
                  <c:v>512</c:v>
                </c:pt>
                <c:pt idx="512">
                  <c:v>513</c:v>
                </c:pt>
                <c:pt idx="513">
                  <c:v>514</c:v>
                </c:pt>
                <c:pt idx="514">
                  <c:v>515</c:v>
                </c:pt>
                <c:pt idx="515">
                  <c:v>516</c:v>
                </c:pt>
                <c:pt idx="516">
                  <c:v>517</c:v>
                </c:pt>
                <c:pt idx="517">
                  <c:v>518</c:v>
                </c:pt>
                <c:pt idx="518">
                  <c:v>519</c:v>
                </c:pt>
                <c:pt idx="519">
                  <c:v>520</c:v>
                </c:pt>
                <c:pt idx="520">
                  <c:v>521</c:v>
                </c:pt>
                <c:pt idx="521">
                  <c:v>522</c:v>
                </c:pt>
                <c:pt idx="522">
                  <c:v>523</c:v>
                </c:pt>
                <c:pt idx="523">
                  <c:v>524</c:v>
                </c:pt>
                <c:pt idx="524">
                  <c:v>525</c:v>
                </c:pt>
                <c:pt idx="525">
                  <c:v>526</c:v>
                </c:pt>
                <c:pt idx="526">
                  <c:v>527</c:v>
                </c:pt>
                <c:pt idx="527">
                  <c:v>528</c:v>
                </c:pt>
                <c:pt idx="528">
                  <c:v>529</c:v>
                </c:pt>
                <c:pt idx="529">
                  <c:v>530</c:v>
                </c:pt>
                <c:pt idx="530">
                  <c:v>531</c:v>
                </c:pt>
                <c:pt idx="531">
                  <c:v>532</c:v>
                </c:pt>
                <c:pt idx="532">
                  <c:v>533</c:v>
                </c:pt>
                <c:pt idx="533">
                  <c:v>534</c:v>
                </c:pt>
                <c:pt idx="534">
                  <c:v>535</c:v>
                </c:pt>
                <c:pt idx="535">
                  <c:v>536</c:v>
                </c:pt>
                <c:pt idx="536">
                  <c:v>537</c:v>
                </c:pt>
                <c:pt idx="537">
                  <c:v>538</c:v>
                </c:pt>
                <c:pt idx="538">
                  <c:v>539</c:v>
                </c:pt>
                <c:pt idx="539">
                  <c:v>540</c:v>
                </c:pt>
                <c:pt idx="540">
                  <c:v>541</c:v>
                </c:pt>
                <c:pt idx="541">
                  <c:v>542</c:v>
                </c:pt>
                <c:pt idx="542">
                  <c:v>543</c:v>
                </c:pt>
                <c:pt idx="543">
                  <c:v>544</c:v>
                </c:pt>
                <c:pt idx="544">
                  <c:v>545</c:v>
                </c:pt>
                <c:pt idx="545">
                  <c:v>546</c:v>
                </c:pt>
                <c:pt idx="546">
                  <c:v>547</c:v>
                </c:pt>
                <c:pt idx="547">
                  <c:v>548</c:v>
                </c:pt>
                <c:pt idx="548">
                  <c:v>549</c:v>
                </c:pt>
                <c:pt idx="549">
                  <c:v>550</c:v>
                </c:pt>
                <c:pt idx="550">
                  <c:v>551</c:v>
                </c:pt>
                <c:pt idx="551">
                  <c:v>552</c:v>
                </c:pt>
                <c:pt idx="552">
                  <c:v>553</c:v>
                </c:pt>
                <c:pt idx="553">
                  <c:v>554</c:v>
                </c:pt>
                <c:pt idx="554">
                  <c:v>555</c:v>
                </c:pt>
                <c:pt idx="555">
                  <c:v>556</c:v>
                </c:pt>
                <c:pt idx="556">
                  <c:v>557</c:v>
                </c:pt>
                <c:pt idx="557">
                  <c:v>558</c:v>
                </c:pt>
                <c:pt idx="558">
                  <c:v>559</c:v>
                </c:pt>
                <c:pt idx="559">
                  <c:v>560</c:v>
                </c:pt>
                <c:pt idx="560">
                  <c:v>561</c:v>
                </c:pt>
                <c:pt idx="561">
                  <c:v>562</c:v>
                </c:pt>
                <c:pt idx="562">
                  <c:v>563</c:v>
                </c:pt>
                <c:pt idx="563">
                  <c:v>564</c:v>
                </c:pt>
                <c:pt idx="564">
                  <c:v>565</c:v>
                </c:pt>
                <c:pt idx="565">
                  <c:v>566</c:v>
                </c:pt>
                <c:pt idx="566">
                  <c:v>567</c:v>
                </c:pt>
                <c:pt idx="567">
                  <c:v>568</c:v>
                </c:pt>
                <c:pt idx="568">
                  <c:v>569</c:v>
                </c:pt>
                <c:pt idx="569">
                  <c:v>570</c:v>
                </c:pt>
                <c:pt idx="570">
                  <c:v>571</c:v>
                </c:pt>
                <c:pt idx="571">
                  <c:v>572</c:v>
                </c:pt>
                <c:pt idx="572">
                  <c:v>573</c:v>
                </c:pt>
                <c:pt idx="573">
                  <c:v>574</c:v>
                </c:pt>
                <c:pt idx="574">
                  <c:v>575</c:v>
                </c:pt>
                <c:pt idx="575">
                  <c:v>576</c:v>
                </c:pt>
                <c:pt idx="576">
                  <c:v>577</c:v>
                </c:pt>
                <c:pt idx="577">
                  <c:v>578</c:v>
                </c:pt>
                <c:pt idx="578">
                  <c:v>579</c:v>
                </c:pt>
                <c:pt idx="579">
                  <c:v>580</c:v>
                </c:pt>
                <c:pt idx="580">
                  <c:v>581</c:v>
                </c:pt>
                <c:pt idx="581">
                  <c:v>582</c:v>
                </c:pt>
                <c:pt idx="582">
                  <c:v>583</c:v>
                </c:pt>
                <c:pt idx="583">
                  <c:v>584</c:v>
                </c:pt>
                <c:pt idx="584">
                  <c:v>585</c:v>
                </c:pt>
                <c:pt idx="585">
                  <c:v>586</c:v>
                </c:pt>
                <c:pt idx="586">
                  <c:v>587</c:v>
                </c:pt>
                <c:pt idx="587">
                  <c:v>588</c:v>
                </c:pt>
                <c:pt idx="588">
                  <c:v>589</c:v>
                </c:pt>
                <c:pt idx="589">
                  <c:v>590</c:v>
                </c:pt>
                <c:pt idx="590">
                  <c:v>591</c:v>
                </c:pt>
                <c:pt idx="591">
                  <c:v>592</c:v>
                </c:pt>
                <c:pt idx="592">
                  <c:v>593</c:v>
                </c:pt>
                <c:pt idx="593">
                  <c:v>594</c:v>
                </c:pt>
                <c:pt idx="594">
                  <c:v>595</c:v>
                </c:pt>
                <c:pt idx="595">
                  <c:v>596</c:v>
                </c:pt>
                <c:pt idx="596">
                  <c:v>597</c:v>
                </c:pt>
                <c:pt idx="597">
                  <c:v>598</c:v>
                </c:pt>
                <c:pt idx="598">
                  <c:v>599</c:v>
                </c:pt>
                <c:pt idx="599">
                  <c:v>600</c:v>
                </c:pt>
                <c:pt idx="600">
                  <c:v>601</c:v>
                </c:pt>
                <c:pt idx="601">
                  <c:v>602</c:v>
                </c:pt>
                <c:pt idx="602">
                  <c:v>603</c:v>
                </c:pt>
                <c:pt idx="603">
                  <c:v>604</c:v>
                </c:pt>
                <c:pt idx="604">
                  <c:v>605</c:v>
                </c:pt>
                <c:pt idx="605">
                  <c:v>606</c:v>
                </c:pt>
                <c:pt idx="606">
                  <c:v>607</c:v>
                </c:pt>
                <c:pt idx="607">
                  <c:v>608</c:v>
                </c:pt>
                <c:pt idx="608">
                  <c:v>609</c:v>
                </c:pt>
                <c:pt idx="609">
                  <c:v>610</c:v>
                </c:pt>
                <c:pt idx="610">
                  <c:v>611</c:v>
                </c:pt>
                <c:pt idx="611">
                  <c:v>612</c:v>
                </c:pt>
                <c:pt idx="612">
                  <c:v>613</c:v>
                </c:pt>
                <c:pt idx="613">
                  <c:v>614</c:v>
                </c:pt>
                <c:pt idx="614">
                  <c:v>615</c:v>
                </c:pt>
                <c:pt idx="615">
                  <c:v>616</c:v>
                </c:pt>
                <c:pt idx="616">
                  <c:v>617</c:v>
                </c:pt>
                <c:pt idx="617">
                  <c:v>618</c:v>
                </c:pt>
                <c:pt idx="618">
                  <c:v>619</c:v>
                </c:pt>
                <c:pt idx="619">
                  <c:v>620</c:v>
                </c:pt>
                <c:pt idx="620">
                  <c:v>621</c:v>
                </c:pt>
                <c:pt idx="621">
                  <c:v>622</c:v>
                </c:pt>
                <c:pt idx="622">
                  <c:v>623</c:v>
                </c:pt>
                <c:pt idx="623">
                  <c:v>624</c:v>
                </c:pt>
                <c:pt idx="624">
                  <c:v>625</c:v>
                </c:pt>
                <c:pt idx="625">
                  <c:v>626</c:v>
                </c:pt>
                <c:pt idx="626">
                  <c:v>627</c:v>
                </c:pt>
                <c:pt idx="627">
                  <c:v>628</c:v>
                </c:pt>
                <c:pt idx="628">
                  <c:v>629</c:v>
                </c:pt>
                <c:pt idx="629">
                  <c:v>630</c:v>
                </c:pt>
                <c:pt idx="630">
                  <c:v>631</c:v>
                </c:pt>
                <c:pt idx="631">
                  <c:v>632</c:v>
                </c:pt>
                <c:pt idx="632">
                  <c:v>633</c:v>
                </c:pt>
                <c:pt idx="633">
                  <c:v>634</c:v>
                </c:pt>
                <c:pt idx="634">
                  <c:v>635</c:v>
                </c:pt>
                <c:pt idx="635">
                  <c:v>636</c:v>
                </c:pt>
                <c:pt idx="636">
                  <c:v>637</c:v>
                </c:pt>
                <c:pt idx="637">
                  <c:v>638</c:v>
                </c:pt>
                <c:pt idx="638">
                  <c:v>639</c:v>
                </c:pt>
                <c:pt idx="639">
                  <c:v>640</c:v>
                </c:pt>
                <c:pt idx="640">
                  <c:v>641</c:v>
                </c:pt>
                <c:pt idx="641">
                  <c:v>642</c:v>
                </c:pt>
                <c:pt idx="642">
                  <c:v>643</c:v>
                </c:pt>
                <c:pt idx="643">
                  <c:v>644</c:v>
                </c:pt>
                <c:pt idx="644">
                  <c:v>645</c:v>
                </c:pt>
                <c:pt idx="645">
                  <c:v>646</c:v>
                </c:pt>
                <c:pt idx="646">
                  <c:v>647</c:v>
                </c:pt>
                <c:pt idx="647">
                  <c:v>648</c:v>
                </c:pt>
                <c:pt idx="648">
                  <c:v>649</c:v>
                </c:pt>
                <c:pt idx="649">
                  <c:v>650</c:v>
                </c:pt>
                <c:pt idx="650">
                  <c:v>651</c:v>
                </c:pt>
                <c:pt idx="651">
                  <c:v>652</c:v>
                </c:pt>
                <c:pt idx="652">
                  <c:v>653</c:v>
                </c:pt>
                <c:pt idx="653">
                  <c:v>654</c:v>
                </c:pt>
                <c:pt idx="654">
                  <c:v>655</c:v>
                </c:pt>
                <c:pt idx="655">
                  <c:v>656</c:v>
                </c:pt>
                <c:pt idx="656">
                  <c:v>657</c:v>
                </c:pt>
                <c:pt idx="657">
                  <c:v>658</c:v>
                </c:pt>
                <c:pt idx="658">
                  <c:v>659</c:v>
                </c:pt>
                <c:pt idx="659">
                  <c:v>660</c:v>
                </c:pt>
                <c:pt idx="660">
                  <c:v>661</c:v>
                </c:pt>
                <c:pt idx="661">
                  <c:v>662</c:v>
                </c:pt>
                <c:pt idx="662">
                  <c:v>663</c:v>
                </c:pt>
                <c:pt idx="663">
                  <c:v>664</c:v>
                </c:pt>
                <c:pt idx="664">
                  <c:v>665</c:v>
                </c:pt>
                <c:pt idx="665">
                  <c:v>666</c:v>
                </c:pt>
                <c:pt idx="666">
                  <c:v>667</c:v>
                </c:pt>
                <c:pt idx="667">
                  <c:v>668</c:v>
                </c:pt>
                <c:pt idx="668">
                  <c:v>669</c:v>
                </c:pt>
                <c:pt idx="669">
                  <c:v>670</c:v>
                </c:pt>
                <c:pt idx="670">
                  <c:v>671</c:v>
                </c:pt>
                <c:pt idx="671">
                  <c:v>672</c:v>
                </c:pt>
                <c:pt idx="672">
                  <c:v>673</c:v>
                </c:pt>
                <c:pt idx="673">
                  <c:v>674</c:v>
                </c:pt>
                <c:pt idx="674">
                  <c:v>675</c:v>
                </c:pt>
                <c:pt idx="675">
                  <c:v>676</c:v>
                </c:pt>
                <c:pt idx="676">
                  <c:v>677</c:v>
                </c:pt>
                <c:pt idx="677">
                  <c:v>678</c:v>
                </c:pt>
                <c:pt idx="678">
                  <c:v>679</c:v>
                </c:pt>
                <c:pt idx="679">
                  <c:v>680</c:v>
                </c:pt>
                <c:pt idx="680">
                  <c:v>681</c:v>
                </c:pt>
                <c:pt idx="681">
                  <c:v>682</c:v>
                </c:pt>
                <c:pt idx="682">
                  <c:v>683</c:v>
                </c:pt>
                <c:pt idx="683">
                  <c:v>684</c:v>
                </c:pt>
                <c:pt idx="684">
                  <c:v>685</c:v>
                </c:pt>
                <c:pt idx="685">
                  <c:v>686</c:v>
                </c:pt>
                <c:pt idx="686">
                  <c:v>687</c:v>
                </c:pt>
                <c:pt idx="687">
                  <c:v>688</c:v>
                </c:pt>
                <c:pt idx="688">
                  <c:v>689</c:v>
                </c:pt>
                <c:pt idx="689">
                  <c:v>690</c:v>
                </c:pt>
                <c:pt idx="690">
                  <c:v>691</c:v>
                </c:pt>
                <c:pt idx="691">
                  <c:v>692</c:v>
                </c:pt>
                <c:pt idx="692">
                  <c:v>693</c:v>
                </c:pt>
                <c:pt idx="693">
                  <c:v>694</c:v>
                </c:pt>
                <c:pt idx="694">
                  <c:v>695</c:v>
                </c:pt>
                <c:pt idx="695">
                  <c:v>696</c:v>
                </c:pt>
                <c:pt idx="696">
                  <c:v>697</c:v>
                </c:pt>
                <c:pt idx="697">
                  <c:v>698</c:v>
                </c:pt>
                <c:pt idx="698">
                  <c:v>699</c:v>
                </c:pt>
                <c:pt idx="699">
                  <c:v>700</c:v>
                </c:pt>
                <c:pt idx="700">
                  <c:v>701</c:v>
                </c:pt>
                <c:pt idx="701">
                  <c:v>702</c:v>
                </c:pt>
                <c:pt idx="702">
                  <c:v>703</c:v>
                </c:pt>
                <c:pt idx="703">
                  <c:v>704</c:v>
                </c:pt>
                <c:pt idx="704">
                  <c:v>705</c:v>
                </c:pt>
                <c:pt idx="705">
                  <c:v>706</c:v>
                </c:pt>
                <c:pt idx="706">
                  <c:v>707</c:v>
                </c:pt>
                <c:pt idx="707">
                  <c:v>708</c:v>
                </c:pt>
                <c:pt idx="708">
                  <c:v>709</c:v>
                </c:pt>
                <c:pt idx="709">
                  <c:v>710</c:v>
                </c:pt>
                <c:pt idx="710">
                  <c:v>711</c:v>
                </c:pt>
                <c:pt idx="711">
                  <c:v>712</c:v>
                </c:pt>
                <c:pt idx="712">
                  <c:v>713</c:v>
                </c:pt>
                <c:pt idx="713">
                  <c:v>714</c:v>
                </c:pt>
                <c:pt idx="714">
                  <c:v>715</c:v>
                </c:pt>
                <c:pt idx="715">
                  <c:v>716</c:v>
                </c:pt>
                <c:pt idx="716">
                  <c:v>717</c:v>
                </c:pt>
                <c:pt idx="717">
                  <c:v>718</c:v>
                </c:pt>
                <c:pt idx="718">
                  <c:v>719</c:v>
                </c:pt>
                <c:pt idx="719">
                  <c:v>720</c:v>
                </c:pt>
                <c:pt idx="720">
                  <c:v>721</c:v>
                </c:pt>
                <c:pt idx="721">
                  <c:v>722</c:v>
                </c:pt>
                <c:pt idx="722">
                  <c:v>723</c:v>
                </c:pt>
                <c:pt idx="723">
                  <c:v>724</c:v>
                </c:pt>
                <c:pt idx="724">
                  <c:v>725</c:v>
                </c:pt>
                <c:pt idx="725">
                  <c:v>726</c:v>
                </c:pt>
                <c:pt idx="726">
                  <c:v>727</c:v>
                </c:pt>
                <c:pt idx="727">
                  <c:v>728</c:v>
                </c:pt>
                <c:pt idx="728">
                  <c:v>729</c:v>
                </c:pt>
                <c:pt idx="729">
                  <c:v>730</c:v>
                </c:pt>
                <c:pt idx="730">
                  <c:v>731</c:v>
                </c:pt>
                <c:pt idx="731">
                  <c:v>732</c:v>
                </c:pt>
                <c:pt idx="732">
                  <c:v>733</c:v>
                </c:pt>
                <c:pt idx="733">
                  <c:v>734</c:v>
                </c:pt>
                <c:pt idx="734">
                  <c:v>735</c:v>
                </c:pt>
                <c:pt idx="735">
                  <c:v>736</c:v>
                </c:pt>
                <c:pt idx="736">
                  <c:v>737</c:v>
                </c:pt>
                <c:pt idx="737">
                  <c:v>738</c:v>
                </c:pt>
                <c:pt idx="738">
                  <c:v>739</c:v>
                </c:pt>
                <c:pt idx="739">
                  <c:v>740</c:v>
                </c:pt>
                <c:pt idx="740">
                  <c:v>741</c:v>
                </c:pt>
                <c:pt idx="741">
                  <c:v>742</c:v>
                </c:pt>
                <c:pt idx="742">
                  <c:v>743</c:v>
                </c:pt>
                <c:pt idx="743">
                  <c:v>744</c:v>
                </c:pt>
                <c:pt idx="744">
                  <c:v>745</c:v>
                </c:pt>
                <c:pt idx="745">
                  <c:v>746</c:v>
                </c:pt>
                <c:pt idx="746">
                  <c:v>747</c:v>
                </c:pt>
                <c:pt idx="747">
                  <c:v>748</c:v>
                </c:pt>
                <c:pt idx="748">
                  <c:v>749</c:v>
                </c:pt>
                <c:pt idx="749">
                  <c:v>750</c:v>
                </c:pt>
                <c:pt idx="750">
                  <c:v>751</c:v>
                </c:pt>
                <c:pt idx="751">
                  <c:v>752</c:v>
                </c:pt>
                <c:pt idx="752">
                  <c:v>753</c:v>
                </c:pt>
                <c:pt idx="753">
                  <c:v>754</c:v>
                </c:pt>
                <c:pt idx="754">
                  <c:v>755</c:v>
                </c:pt>
                <c:pt idx="755">
                  <c:v>756</c:v>
                </c:pt>
                <c:pt idx="756">
                  <c:v>757</c:v>
                </c:pt>
                <c:pt idx="757">
                  <c:v>758</c:v>
                </c:pt>
                <c:pt idx="758">
                  <c:v>759</c:v>
                </c:pt>
                <c:pt idx="759">
                  <c:v>760</c:v>
                </c:pt>
                <c:pt idx="760">
                  <c:v>761</c:v>
                </c:pt>
                <c:pt idx="761">
                  <c:v>762</c:v>
                </c:pt>
                <c:pt idx="762">
                  <c:v>763</c:v>
                </c:pt>
                <c:pt idx="763">
                  <c:v>764</c:v>
                </c:pt>
                <c:pt idx="764">
                  <c:v>765</c:v>
                </c:pt>
                <c:pt idx="765">
                  <c:v>766</c:v>
                </c:pt>
                <c:pt idx="766">
                  <c:v>767</c:v>
                </c:pt>
                <c:pt idx="767">
                  <c:v>768</c:v>
                </c:pt>
                <c:pt idx="768">
                  <c:v>769</c:v>
                </c:pt>
                <c:pt idx="769">
                  <c:v>770</c:v>
                </c:pt>
                <c:pt idx="770">
                  <c:v>771</c:v>
                </c:pt>
                <c:pt idx="771">
                  <c:v>772</c:v>
                </c:pt>
                <c:pt idx="772">
                  <c:v>773</c:v>
                </c:pt>
                <c:pt idx="773">
                  <c:v>774</c:v>
                </c:pt>
                <c:pt idx="774">
                  <c:v>775</c:v>
                </c:pt>
                <c:pt idx="775">
                  <c:v>776</c:v>
                </c:pt>
                <c:pt idx="776">
                  <c:v>777</c:v>
                </c:pt>
                <c:pt idx="777">
                  <c:v>778</c:v>
                </c:pt>
                <c:pt idx="778">
                  <c:v>779</c:v>
                </c:pt>
                <c:pt idx="779">
                  <c:v>780</c:v>
                </c:pt>
                <c:pt idx="780">
                  <c:v>781</c:v>
                </c:pt>
                <c:pt idx="781">
                  <c:v>782</c:v>
                </c:pt>
                <c:pt idx="782">
                  <c:v>783</c:v>
                </c:pt>
                <c:pt idx="783">
                  <c:v>784</c:v>
                </c:pt>
                <c:pt idx="784">
                  <c:v>785</c:v>
                </c:pt>
                <c:pt idx="785">
                  <c:v>786</c:v>
                </c:pt>
                <c:pt idx="786">
                  <c:v>787</c:v>
                </c:pt>
                <c:pt idx="787">
                  <c:v>788</c:v>
                </c:pt>
                <c:pt idx="788">
                  <c:v>789</c:v>
                </c:pt>
                <c:pt idx="789">
                  <c:v>790</c:v>
                </c:pt>
                <c:pt idx="790">
                  <c:v>791</c:v>
                </c:pt>
                <c:pt idx="791">
                  <c:v>792</c:v>
                </c:pt>
                <c:pt idx="792">
                  <c:v>793</c:v>
                </c:pt>
                <c:pt idx="793">
                  <c:v>794</c:v>
                </c:pt>
                <c:pt idx="794">
                  <c:v>795</c:v>
                </c:pt>
                <c:pt idx="795">
                  <c:v>796</c:v>
                </c:pt>
                <c:pt idx="796">
                  <c:v>797</c:v>
                </c:pt>
                <c:pt idx="797">
                  <c:v>798</c:v>
                </c:pt>
                <c:pt idx="798">
                  <c:v>799</c:v>
                </c:pt>
                <c:pt idx="799">
                  <c:v>800</c:v>
                </c:pt>
                <c:pt idx="800">
                  <c:v>801</c:v>
                </c:pt>
                <c:pt idx="801">
                  <c:v>802</c:v>
                </c:pt>
                <c:pt idx="802">
                  <c:v>803</c:v>
                </c:pt>
                <c:pt idx="803">
                  <c:v>804</c:v>
                </c:pt>
                <c:pt idx="804">
                  <c:v>805</c:v>
                </c:pt>
                <c:pt idx="805">
                  <c:v>806</c:v>
                </c:pt>
                <c:pt idx="806">
                  <c:v>807</c:v>
                </c:pt>
                <c:pt idx="807">
                  <c:v>808</c:v>
                </c:pt>
                <c:pt idx="808">
                  <c:v>809</c:v>
                </c:pt>
                <c:pt idx="809">
                  <c:v>810</c:v>
                </c:pt>
                <c:pt idx="810">
                  <c:v>811</c:v>
                </c:pt>
                <c:pt idx="811">
                  <c:v>812</c:v>
                </c:pt>
                <c:pt idx="812">
                  <c:v>813</c:v>
                </c:pt>
                <c:pt idx="813">
                  <c:v>814</c:v>
                </c:pt>
                <c:pt idx="814">
                  <c:v>815</c:v>
                </c:pt>
                <c:pt idx="815">
                  <c:v>816</c:v>
                </c:pt>
                <c:pt idx="816">
                  <c:v>817</c:v>
                </c:pt>
                <c:pt idx="817">
                  <c:v>818</c:v>
                </c:pt>
                <c:pt idx="818">
                  <c:v>819</c:v>
                </c:pt>
                <c:pt idx="819">
                  <c:v>820</c:v>
                </c:pt>
                <c:pt idx="820">
                  <c:v>821</c:v>
                </c:pt>
                <c:pt idx="821">
                  <c:v>822</c:v>
                </c:pt>
                <c:pt idx="822">
                  <c:v>823</c:v>
                </c:pt>
                <c:pt idx="823">
                  <c:v>824</c:v>
                </c:pt>
                <c:pt idx="824">
                  <c:v>825</c:v>
                </c:pt>
                <c:pt idx="825">
                  <c:v>826</c:v>
                </c:pt>
                <c:pt idx="826">
                  <c:v>827</c:v>
                </c:pt>
                <c:pt idx="827">
                  <c:v>828</c:v>
                </c:pt>
                <c:pt idx="828">
                  <c:v>829</c:v>
                </c:pt>
                <c:pt idx="829">
                  <c:v>830</c:v>
                </c:pt>
                <c:pt idx="830">
                  <c:v>831</c:v>
                </c:pt>
                <c:pt idx="831">
                  <c:v>832</c:v>
                </c:pt>
                <c:pt idx="832">
                  <c:v>833</c:v>
                </c:pt>
                <c:pt idx="833">
                  <c:v>834</c:v>
                </c:pt>
                <c:pt idx="834">
                  <c:v>835</c:v>
                </c:pt>
                <c:pt idx="835">
                  <c:v>836</c:v>
                </c:pt>
                <c:pt idx="836">
                  <c:v>837</c:v>
                </c:pt>
                <c:pt idx="837">
                  <c:v>838</c:v>
                </c:pt>
                <c:pt idx="838">
                  <c:v>839</c:v>
                </c:pt>
                <c:pt idx="839">
                  <c:v>840</c:v>
                </c:pt>
                <c:pt idx="840">
                  <c:v>841</c:v>
                </c:pt>
                <c:pt idx="841">
                  <c:v>842</c:v>
                </c:pt>
                <c:pt idx="842">
                  <c:v>843</c:v>
                </c:pt>
                <c:pt idx="843">
                  <c:v>844</c:v>
                </c:pt>
                <c:pt idx="844">
                  <c:v>845</c:v>
                </c:pt>
                <c:pt idx="845">
                  <c:v>846</c:v>
                </c:pt>
                <c:pt idx="846">
                  <c:v>847</c:v>
                </c:pt>
                <c:pt idx="847">
                  <c:v>848</c:v>
                </c:pt>
                <c:pt idx="848">
                  <c:v>849</c:v>
                </c:pt>
                <c:pt idx="849">
                  <c:v>850</c:v>
                </c:pt>
                <c:pt idx="850">
                  <c:v>851</c:v>
                </c:pt>
                <c:pt idx="851">
                  <c:v>852</c:v>
                </c:pt>
                <c:pt idx="852">
                  <c:v>853</c:v>
                </c:pt>
                <c:pt idx="853">
                  <c:v>854</c:v>
                </c:pt>
                <c:pt idx="854">
                  <c:v>855</c:v>
                </c:pt>
                <c:pt idx="855">
                  <c:v>856</c:v>
                </c:pt>
                <c:pt idx="856">
                  <c:v>857</c:v>
                </c:pt>
                <c:pt idx="857">
                  <c:v>858</c:v>
                </c:pt>
                <c:pt idx="858">
                  <c:v>859</c:v>
                </c:pt>
                <c:pt idx="859">
                  <c:v>860</c:v>
                </c:pt>
                <c:pt idx="860">
                  <c:v>861</c:v>
                </c:pt>
                <c:pt idx="861">
                  <c:v>862</c:v>
                </c:pt>
                <c:pt idx="862">
                  <c:v>863</c:v>
                </c:pt>
                <c:pt idx="863">
                  <c:v>864</c:v>
                </c:pt>
                <c:pt idx="864">
                  <c:v>865</c:v>
                </c:pt>
                <c:pt idx="865">
                  <c:v>866</c:v>
                </c:pt>
                <c:pt idx="866">
                  <c:v>867</c:v>
                </c:pt>
                <c:pt idx="867">
                  <c:v>868</c:v>
                </c:pt>
                <c:pt idx="868">
                  <c:v>869</c:v>
                </c:pt>
                <c:pt idx="869">
                  <c:v>870</c:v>
                </c:pt>
                <c:pt idx="870">
                  <c:v>871</c:v>
                </c:pt>
                <c:pt idx="871">
                  <c:v>872</c:v>
                </c:pt>
                <c:pt idx="872">
                  <c:v>873</c:v>
                </c:pt>
                <c:pt idx="873">
                  <c:v>874</c:v>
                </c:pt>
                <c:pt idx="874">
                  <c:v>875</c:v>
                </c:pt>
                <c:pt idx="875">
                  <c:v>876</c:v>
                </c:pt>
                <c:pt idx="876">
                  <c:v>877</c:v>
                </c:pt>
                <c:pt idx="877">
                  <c:v>878</c:v>
                </c:pt>
                <c:pt idx="878">
                  <c:v>879</c:v>
                </c:pt>
                <c:pt idx="879">
                  <c:v>880</c:v>
                </c:pt>
                <c:pt idx="880">
                  <c:v>881</c:v>
                </c:pt>
                <c:pt idx="881">
                  <c:v>882</c:v>
                </c:pt>
                <c:pt idx="882">
                  <c:v>883</c:v>
                </c:pt>
                <c:pt idx="883">
                  <c:v>884</c:v>
                </c:pt>
                <c:pt idx="884">
                  <c:v>885</c:v>
                </c:pt>
                <c:pt idx="885">
                  <c:v>886</c:v>
                </c:pt>
                <c:pt idx="886">
                  <c:v>887</c:v>
                </c:pt>
                <c:pt idx="887">
                  <c:v>888</c:v>
                </c:pt>
                <c:pt idx="888">
                  <c:v>889</c:v>
                </c:pt>
                <c:pt idx="889">
                  <c:v>890</c:v>
                </c:pt>
                <c:pt idx="890">
                  <c:v>891</c:v>
                </c:pt>
                <c:pt idx="891">
                  <c:v>892</c:v>
                </c:pt>
                <c:pt idx="892">
                  <c:v>893</c:v>
                </c:pt>
                <c:pt idx="893">
                  <c:v>894</c:v>
                </c:pt>
                <c:pt idx="894">
                  <c:v>895</c:v>
                </c:pt>
                <c:pt idx="895">
                  <c:v>896</c:v>
                </c:pt>
                <c:pt idx="896">
                  <c:v>897</c:v>
                </c:pt>
                <c:pt idx="897">
                  <c:v>898</c:v>
                </c:pt>
                <c:pt idx="898">
                  <c:v>899</c:v>
                </c:pt>
                <c:pt idx="899">
                  <c:v>900</c:v>
                </c:pt>
                <c:pt idx="900">
                  <c:v>901</c:v>
                </c:pt>
                <c:pt idx="901">
                  <c:v>902</c:v>
                </c:pt>
                <c:pt idx="902">
                  <c:v>903</c:v>
                </c:pt>
                <c:pt idx="903">
                  <c:v>904</c:v>
                </c:pt>
                <c:pt idx="904">
                  <c:v>905</c:v>
                </c:pt>
                <c:pt idx="905">
                  <c:v>906</c:v>
                </c:pt>
                <c:pt idx="906">
                  <c:v>907</c:v>
                </c:pt>
                <c:pt idx="907">
                  <c:v>908</c:v>
                </c:pt>
                <c:pt idx="908">
                  <c:v>909</c:v>
                </c:pt>
                <c:pt idx="909">
                  <c:v>910</c:v>
                </c:pt>
                <c:pt idx="910">
                  <c:v>911</c:v>
                </c:pt>
                <c:pt idx="911">
                  <c:v>912</c:v>
                </c:pt>
                <c:pt idx="912">
                  <c:v>913</c:v>
                </c:pt>
                <c:pt idx="913">
                  <c:v>914</c:v>
                </c:pt>
                <c:pt idx="914">
                  <c:v>915</c:v>
                </c:pt>
                <c:pt idx="915">
                  <c:v>916</c:v>
                </c:pt>
                <c:pt idx="916">
                  <c:v>917</c:v>
                </c:pt>
                <c:pt idx="917">
                  <c:v>918</c:v>
                </c:pt>
                <c:pt idx="918">
                  <c:v>919</c:v>
                </c:pt>
                <c:pt idx="919">
                  <c:v>920</c:v>
                </c:pt>
                <c:pt idx="920">
                  <c:v>921</c:v>
                </c:pt>
                <c:pt idx="921">
                  <c:v>922</c:v>
                </c:pt>
                <c:pt idx="922">
                  <c:v>923</c:v>
                </c:pt>
                <c:pt idx="923">
                  <c:v>924</c:v>
                </c:pt>
                <c:pt idx="924">
                  <c:v>925</c:v>
                </c:pt>
                <c:pt idx="925">
                  <c:v>926</c:v>
                </c:pt>
                <c:pt idx="926">
                  <c:v>927</c:v>
                </c:pt>
                <c:pt idx="927">
                  <c:v>928</c:v>
                </c:pt>
                <c:pt idx="928">
                  <c:v>929</c:v>
                </c:pt>
                <c:pt idx="929">
                  <c:v>930</c:v>
                </c:pt>
                <c:pt idx="930">
                  <c:v>931</c:v>
                </c:pt>
                <c:pt idx="931">
                  <c:v>932</c:v>
                </c:pt>
                <c:pt idx="932">
                  <c:v>933</c:v>
                </c:pt>
                <c:pt idx="933">
                  <c:v>934</c:v>
                </c:pt>
                <c:pt idx="934">
                  <c:v>935</c:v>
                </c:pt>
                <c:pt idx="935">
                  <c:v>936</c:v>
                </c:pt>
                <c:pt idx="936">
                  <c:v>937</c:v>
                </c:pt>
                <c:pt idx="937">
                  <c:v>938</c:v>
                </c:pt>
                <c:pt idx="938">
                  <c:v>939</c:v>
                </c:pt>
                <c:pt idx="939">
                  <c:v>940</c:v>
                </c:pt>
                <c:pt idx="940">
                  <c:v>941</c:v>
                </c:pt>
                <c:pt idx="941">
                  <c:v>942</c:v>
                </c:pt>
                <c:pt idx="942">
                  <c:v>943</c:v>
                </c:pt>
                <c:pt idx="943">
                  <c:v>944</c:v>
                </c:pt>
                <c:pt idx="944">
                  <c:v>945</c:v>
                </c:pt>
                <c:pt idx="945">
                  <c:v>946</c:v>
                </c:pt>
                <c:pt idx="946">
                  <c:v>947</c:v>
                </c:pt>
                <c:pt idx="947">
                  <c:v>948</c:v>
                </c:pt>
                <c:pt idx="948">
                  <c:v>949</c:v>
                </c:pt>
                <c:pt idx="949">
                  <c:v>950</c:v>
                </c:pt>
                <c:pt idx="950">
                  <c:v>951</c:v>
                </c:pt>
                <c:pt idx="951">
                  <c:v>952</c:v>
                </c:pt>
                <c:pt idx="952">
                  <c:v>953</c:v>
                </c:pt>
                <c:pt idx="953">
                  <c:v>954</c:v>
                </c:pt>
                <c:pt idx="954">
                  <c:v>955</c:v>
                </c:pt>
                <c:pt idx="955">
                  <c:v>956</c:v>
                </c:pt>
                <c:pt idx="956">
                  <c:v>957</c:v>
                </c:pt>
                <c:pt idx="957">
                  <c:v>958</c:v>
                </c:pt>
                <c:pt idx="958">
                  <c:v>959</c:v>
                </c:pt>
                <c:pt idx="959">
                  <c:v>960</c:v>
                </c:pt>
                <c:pt idx="960">
                  <c:v>961</c:v>
                </c:pt>
                <c:pt idx="961">
                  <c:v>962</c:v>
                </c:pt>
                <c:pt idx="962">
                  <c:v>963</c:v>
                </c:pt>
                <c:pt idx="963">
                  <c:v>964</c:v>
                </c:pt>
                <c:pt idx="964">
                  <c:v>965</c:v>
                </c:pt>
                <c:pt idx="965">
                  <c:v>966</c:v>
                </c:pt>
                <c:pt idx="966">
                  <c:v>967</c:v>
                </c:pt>
                <c:pt idx="967">
                  <c:v>968</c:v>
                </c:pt>
                <c:pt idx="968">
                  <c:v>969</c:v>
                </c:pt>
                <c:pt idx="969">
                  <c:v>970</c:v>
                </c:pt>
                <c:pt idx="970">
                  <c:v>971</c:v>
                </c:pt>
                <c:pt idx="971">
                  <c:v>972</c:v>
                </c:pt>
                <c:pt idx="972">
                  <c:v>973</c:v>
                </c:pt>
                <c:pt idx="973">
                  <c:v>974</c:v>
                </c:pt>
                <c:pt idx="974">
                  <c:v>975</c:v>
                </c:pt>
                <c:pt idx="975">
                  <c:v>976</c:v>
                </c:pt>
                <c:pt idx="976">
                  <c:v>977</c:v>
                </c:pt>
                <c:pt idx="977">
                  <c:v>978</c:v>
                </c:pt>
                <c:pt idx="978">
                  <c:v>979</c:v>
                </c:pt>
                <c:pt idx="979">
                  <c:v>980</c:v>
                </c:pt>
                <c:pt idx="980">
                  <c:v>981</c:v>
                </c:pt>
                <c:pt idx="981">
                  <c:v>982</c:v>
                </c:pt>
                <c:pt idx="982">
                  <c:v>983</c:v>
                </c:pt>
                <c:pt idx="983">
                  <c:v>984</c:v>
                </c:pt>
                <c:pt idx="984">
                  <c:v>985</c:v>
                </c:pt>
                <c:pt idx="985">
                  <c:v>986</c:v>
                </c:pt>
                <c:pt idx="986">
                  <c:v>987</c:v>
                </c:pt>
                <c:pt idx="987">
                  <c:v>988</c:v>
                </c:pt>
                <c:pt idx="988">
                  <c:v>989</c:v>
                </c:pt>
                <c:pt idx="989">
                  <c:v>990</c:v>
                </c:pt>
                <c:pt idx="990">
                  <c:v>991</c:v>
                </c:pt>
                <c:pt idx="991">
                  <c:v>992</c:v>
                </c:pt>
                <c:pt idx="992">
                  <c:v>993</c:v>
                </c:pt>
                <c:pt idx="993">
                  <c:v>994</c:v>
                </c:pt>
                <c:pt idx="994">
                  <c:v>995</c:v>
                </c:pt>
                <c:pt idx="995">
                  <c:v>996</c:v>
                </c:pt>
                <c:pt idx="996">
                  <c:v>997</c:v>
                </c:pt>
                <c:pt idx="997">
                  <c:v>998</c:v>
                </c:pt>
                <c:pt idx="998">
                  <c:v>999</c:v>
                </c:pt>
                <c:pt idx="999">
                  <c:v>1000</c:v>
                </c:pt>
                <c:pt idx="1000">
                  <c:v>1001</c:v>
                </c:pt>
                <c:pt idx="1001">
                  <c:v>1002</c:v>
                </c:pt>
                <c:pt idx="1002">
                  <c:v>1003</c:v>
                </c:pt>
                <c:pt idx="1003">
                  <c:v>1004</c:v>
                </c:pt>
                <c:pt idx="1004">
                  <c:v>1005</c:v>
                </c:pt>
                <c:pt idx="1005">
                  <c:v>1006</c:v>
                </c:pt>
                <c:pt idx="1006">
                  <c:v>1007</c:v>
                </c:pt>
                <c:pt idx="1007">
                  <c:v>1008</c:v>
                </c:pt>
                <c:pt idx="1008">
                  <c:v>1009</c:v>
                </c:pt>
                <c:pt idx="1009">
                  <c:v>1010</c:v>
                </c:pt>
                <c:pt idx="1010">
                  <c:v>1011</c:v>
                </c:pt>
                <c:pt idx="1011">
                  <c:v>1012</c:v>
                </c:pt>
                <c:pt idx="1012">
                  <c:v>1013</c:v>
                </c:pt>
                <c:pt idx="1013">
                  <c:v>1014</c:v>
                </c:pt>
                <c:pt idx="1014">
                  <c:v>1015</c:v>
                </c:pt>
                <c:pt idx="1015">
                  <c:v>1016</c:v>
                </c:pt>
                <c:pt idx="1016">
                  <c:v>1017</c:v>
                </c:pt>
                <c:pt idx="1017">
                  <c:v>1018</c:v>
                </c:pt>
                <c:pt idx="1018">
                  <c:v>1019</c:v>
                </c:pt>
                <c:pt idx="1019">
                  <c:v>1020</c:v>
                </c:pt>
                <c:pt idx="1020">
                  <c:v>1021</c:v>
                </c:pt>
                <c:pt idx="1021">
                  <c:v>1022</c:v>
                </c:pt>
                <c:pt idx="1022">
                  <c:v>1023</c:v>
                </c:pt>
              </c:numCache>
            </c:numRef>
          </c:xVal>
          <c:yVal>
            <c:numRef>
              <c:f>Sheet3!$B$2:$B$1024</c:f>
              <c:numCache>
                <c:formatCode>General</c:formatCode>
                <c:ptCount val="1023"/>
                <c:pt idx="0">
                  <c:v>0.18644157384624299</c:v>
                </c:pt>
                <c:pt idx="1">
                  <c:v>0.18609306513837701</c:v>
                </c:pt>
                <c:pt idx="2">
                  <c:v>0.18549503108833801</c:v>
                </c:pt>
                <c:pt idx="3">
                  <c:v>0.18508149205579799</c:v>
                </c:pt>
                <c:pt idx="4">
                  <c:v>0.184531502359364</c:v>
                </c:pt>
                <c:pt idx="5">
                  <c:v>0.18402094031816699</c:v>
                </c:pt>
                <c:pt idx="6">
                  <c:v>0.18234804037261201</c:v>
                </c:pt>
                <c:pt idx="7">
                  <c:v>0.180687721440838</c:v>
                </c:pt>
                <c:pt idx="8">
                  <c:v>0.180670178353313</c:v>
                </c:pt>
                <c:pt idx="9">
                  <c:v>0.17829757085862699</c:v>
                </c:pt>
                <c:pt idx="10">
                  <c:v>0.163903754407935</c:v>
                </c:pt>
                <c:pt idx="11">
                  <c:v>0.16207659465614599</c:v>
                </c:pt>
                <c:pt idx="12">
                  <c:v>0.16173228936852899</c:v>
                </c:pt>
                <c:pt idx="13">
                  <c:v>0.16162820483043</c:v>
                </c:pt>
                <c:pt idx="14">
                  <c:v>0.16062099410171901</c:v>
                </c:pt>
                <c:pt idx="15">
                  <c:v>0.159537868020453</c:v>
                </c:pt>
                <c:pt idx="16">
                  <c:v>0.15906713597664901</c:v>
                </c:pt>
                <c:pt idx="17">
                  <c:v>0.158511985737565</c:v>
                </c:pt>
                <c:pt idx="18">
                  <c:v>0.15533528733393001</c:v>
                </c:pt>
                <c:pt idx="19">
                  <c:v>0.15510442330122001</c:v>
                </c:pt>
                <c:pt idx="20">
                  <c:v>0.15493424632</c:v>
                </c:pt>
                <c:pt idx="21">
                  <c:v>0.13267726811916999</c:v>
                </c:pt>
                <c:pt idx="22">
                  <c:v>0.12950286228472099</c:v>
                </c:pt>
                <c:pt idx="23">
                  <c:v>0.12861701967200101</c:v>
                </c:pt>
                <c:pt idx="24">
                  <c:v>0.12849290740973901</c:v>
                </c:pt>
                <c:pt idx="25">
                  <c:v>0.12820291256654201</c:v>
                </c:pt>
                <c:pt idx="26">
                  <c:v>0.12656998305652301</c:v>
                </c:pt>
                <c:pt idx="27">
                  <c:v>0.12562920377348399</c:v>
                </c:pt>
                <c:pt idx="28">
                  <c:v>0.12555767895547201</c:v>
                </c:pt>
                <c:pt idx="29">
                  <c:v>0.125173120390249</c:v>
                </c:pt>
                <c:pt idx="30">
                  <c:v>0.12451681287662</c:v>
                </c:pt>
                <c:pt idx="31">
                  <c:v>0.12314079505849</c:v>
                </c:pt>
                <c:pt idx="32">
                  <c:v>0.118255592765523</c:v>
                </c:pt>
                <c:pt idx="33">
                  <c:v>6.4636744260974696E-2</c:v>
                </c:pt>
                <c:pt idx="34">
                  <c:v>6.3220403850233794E-2</c:v>
                </c:pt>
                <c:pt idx="35">
                  <c:v>6.2702448892584695E-2</c:v>
                </c:pt>
                <c:pt idx="36">
                  <c:v>6.1709328271423898E-2</c:v>
                </c:pt>
                <c:pt idx="37">
                  <c:v>6.0910888590790302E-2</c:v>
                </c:pt>
                <c:pt idx="38">
                  <c:v>6.0710056413470999E-2</c:v>
                </c:pt>
                <c:pt idx="39">
                  <c:v>6.0482439339730097E-2</c:v>
                </c:pt>
                <c:pt idx="40">
                  <c:v>5.9065614407374498E-2</c:v>
                </c:pt>
                <c:pt idx="41">
                  <c:v>5.8605780611948897E-2</c:v>
                </c:pt>
                <c:pt idx="42">
                  <c:v>5.8333173797078697E-2</c:v>
                </c:pt>
                <c:pt idx="43">
                  <c:v>5.8209464492030301E-2</c:v>
                </c:pt>
                <c:pt idx="44">
                  <c:v>5.7995294520308001E-2</c:v>
                </c:pt>
                <c:pt idx="45">
                  <c:v>5.7555936084299597E-2</c:v>
                </c:pt>
                <c:pt idx="46">
                  <c:v>5.7383533335786101E-2</c:v>
                </c:pt>
                <c:pt idx="47">
                  <c:v>5.7029155418554502E-2</c:v>
                </c:pt>
                <c:pt idx="48">
                  <c:v>5.6924461724718399E-2</c:v>
                </c:pt>
                <c:pt idx="49">
                  <c:v>5.6898446915393801E-2</c:v>
                </c:pt>
                <c:pt idx="50">
                  <c:v>5.66798734336822E-2</c:v>
                </c:pt>
                <c:pt idx="51">
                  <c:v>5.6170671009850202E-2</c:v>
                </c:pt>
                <c:pt idx="52">
                  <c:v>5.48021766957505E-2</c:v>
                </c:pt>
                <c:pt idx="53">
                  <c:v>5.0931735654502999E-2</c:v>
                </c:pt>
                <c:pt idx="54">
                  <c:v>4.9369774057005003E-2</c:v>
                </c:pt>
                <c:pt idx="55">
                  <c:v>4.7791043615141797E-2</c:v>
                </c:pt>
                <c:pt idx="56">
                  <c:v>4.7450019097212498E-2</c:v>
                </c:pt>
                <c:pt idx="57">
                  <c:v>4.7115743264023201E-2</c:v>
                </c:pt>
                <c:pt idx="58">
                  <c:v>4.5383530183841898E-2</c:v>
                </c:pt>
                <c:pt idx="59">
                  <c:v>4.4932214201302098E-2</c:v>
                </c:pt>
                <c:pt idx="60">
                  <c:v>4.37757957128194E-2</c:v>
                </c:pt>
                <c:pt idx="61">
                  <c:v>4.3494612270942097E-2</c:v>
                </c:pt>
                <c:pt idx="62">
                  <c:v>4.3361514063558398E-2</c:v>
                </c:pt>
                <c:pt idx="63">
                  <c:v>4.2611758554826802E-2</c:v>
                </c:pt>
                <c:pt idx="64">
                  <c:v>4.2284370915509899E-2</c:v>
                </c:pt>
                <c:pt idx="65">
                  <c:v>4.1450634935838497E-2</c:v>
                </c:pt>
                <c:pt idx="66">
                  <c:v>4.09336726281554E-2</c:v>
                </c:pt>
                <c:pt idx="67">
                  <c:v>4.0686421801914702E-2</c:v>
                </c:pt>
                <c:pt idx="68">
                  <c:v>4.0658166442172301E-2</c:v>
                </c:pt>
                <c:pt idx="69">
                  <c:v>4.0503877710217802E-2</c:v>
                </c:pt>
                <c:pt idx="70">
                  <c:v>4.0423657006518003E-2</c:v>
                </c:pt>
                <c:pt idx="71">
                  <c:v>4.0308750753402602E-2</c:v>
                </c:pt>
                <c:pt idx="72">
                  <c:v>3.9146021575438297E-2</c:v>
                </c:pt>
                <c:pt idx="73">
                  <c:v>3.8987260054656497E-2</c:v>
                </c:pt>
                <c:pt idx="74">
                  <c:v>3.81437343894174E-2</c:v>
                </c:pt>
                <c:pt idx="75">
                  <c:v>3.7866037054639597E-2</c:v>
                </c:pt>
                <c:pt idx="76">
                  <c:v>3.7551541790074E-2</c:v>
                </c:pt>
                <c:pt idx="77">
                  <c:v>3.7060711016655E-2</c:v>
                </c:pt>
                <c:pt idx="78">
                  <c:v>3.6879987594144299E-2</c:v>
                </c:pt>
                <c:pt idx="79">
                  <c:v>3.5860705513269198E-2</c:v>
                </c:pt>
                <c:pt idx="80">
                  <c:v>3.51919214020242E-2</c:v>
                </c:pt>
                <c:pt idx="81">
                  <c:v>3.4885209442546E-2</c:v>
                </c:pt>
                <c:pt idx="82">
                  <c:v>3.4123000339341597E-2</c:v>
                </c:pt>
                <c:pt idx="83">
                  <c:v>3.2525475381261403E-2</c:v>
                </c:pt>
                <c:pt idx="84">
                  <c:v>2.7716212998955901E-2</c:v>
                </c:pt>
                <c:pt idx="85">
                  <c:v>2.7711155084523501E-2</c:v>
                </c:pt>
                <c:pt idx="86">
                  <c:v>2.7072420668927E-2</c:v>
                </c:pt>
                <c:pt idx="87">
                  <c:v>2.6214448444696999E-2</c:v>
                </c:pt>
                <c:pt idx="88">
                  <c:v>2.61575410902634E-2</c:v>
                </c:pt>
                <c:pt idx="89">
                  <c:v>2.5493463038040801E-2</c:v>
                </c:pt>
                <c:pt idx="90">
                  <c:v>2.54308081940453E-2</c:v>
                </c:pt>
                <c:pt idx="91">
                  <c:v>2.5096177655236099E-2</c:v>
                </c:pt>
                <c:pt idx="92">
                  <c:v>2.50099181769496E-2</c:v>
                </c:pt>
                <c:pt idx="93">
                  <c:v>2.4881672574408199E-2</c:v>
                </c:pt>
                <c:pt idx="94">
                  <c:v>2.4865848041636E-2</c:v>
                </c:pt>
                <c:pt idx="95">
                  <c:v>2.3988220113283502E-2</c:v>
                </c:pt>
                <c:pt idx="96">
                  <c:v>2.3578067942002699E-2</c:v>
                </c:pt>
                <c:pt idx="97">
                  <c:v>2.3165760180356799E-2</c:v>
                </c:pt>
                <c:pt idx="98">
                  <c:v>2.2547625759957599E-2</c:v>
                </c:pt>
                <c:pt idx="99">
                  <c:v>2.1971270536341601E-2</c:v>
                </c:pt>
                <c:pt idx="100">
                  <c:v>2.0904927537633702E-2</c:v>
                </c:pt>
                <c:pt idx="101">
                  <c:v>2.0880469253416498E-2</c:v>
                </c:pt>
                <c:pt idx="102">
                  <c:v>2.0761671244173101E-2</c:v>
                </c:pt>
                <c:pt idx="103">
                  <c:v>2.0486132281621099E-2</c:v>
                </c:pt>
                <c:pt idx="104">
                  <c:v>1.98235635705836E-2</c:v>
                </c:pt>
                <c:pt idx="105">
                  <c:v>1.95787166315225E-2</c:v>
                </c:pt>
                <c:pt idx="106">
                  <c:v>1.9350175830643999E-2</c:v>
                </c:pt>
                <c:pt idx="107">
                  <c:v>1.924316157688E-2</c:v>
                </c:pt>
                <c:pt idx="108">
                  <c:v>1.7768606507211501E-2</c:v>
                </c:pt>
                <c:pt idx="109">
                  <c:v>1.74397874823537E-2</c:v>
                </c:pt>
                <c:pt idx="110">
                  <c:v>1.72905236867383E-2</c:v>
                </c:pt>
                <c:pt idx="111">
                  <c:v>1.7120795432080799E-2</c:v>
                </c:pt>
                <c:pt idx="112">
                  <c:v>1.6709780156957298E-2</c:v>
                </c:pt>
                <c:pt idx="113">
                  <c:v>1.6524216009195999E-2</c:v>
                </c:pt>
                <c:pt idx="114">
                  <c:v>1.6521300057532301E-2</c:v>
                </c:pt>
                <c:pt idx="115">
                  <c:v>1.62914472685541E-2</c:v>
                </c:pt>
                <c:pt idx="116">
                  <c:v>1.6263221135528E-2</c:v>
                </c:pt>
                <c:pt idx="117">
                  <c:v>1.6261146958451898E-2</c:v>
                </c:pt>
                <c:pt idx="118">
                  <c:v>1.6040291852012101E-2</c:v>
                </c:pt>
                <c:pt idx="119">
                  <c:v>1.5990617970369998E-2</c:v>
                </c:pt>
                <c:pt idx="120">
                  <c:v>1.5845543196546099E-2</c:v>
                </c:pt>
                <c:pt idx="121">
                  <c:v>1.5603205199539E-2</c:v>
                </c:pt>
                <c:pt idx="122">
                  <c:v>1.55787611833358E-2</c:v>
                </c:pt>
                <c:pt idx="123">
                  <c:v>1.54731222035448E-2</c:v>
                </c:pt>
                <c:pt idx="124">
                  <c:v>1.53447777327495E-2</c:v>
                </c:pt>
                <c:pt idx="125">
                  <c:v>1.5129180786555599E-2</c:v>
                </c:pt>
                <c:pt idx="126">
                  <c:v>1.5127167434023399E-2</c:v>
                </c:pt>
                <c:pt idx="127">
                  <c:v>1.4907900746745299E-2</c:v>
                </c:pt>
                <c:pt idx="128">
                  <c:v>1.47104364279457E-2</c:v>
                </c:pt>
                <c:pt idx="129">
                  <c:v>1.46895262563571E-2</c:v>
                </c:pt>
                <c:pt idx="130">
                  <c:v>1.4560463105410299E-2</c:v>
                </c:pt>
                <c:pt idx="131">
                  <c:v>1.45375927857251E-2</c:v>
                </c:pt>
                <c:pt idx="132">
                  <c:v>1.45307341367559E-2</c:v>
                </c:pt>
                <c:pt idx="133">
                  <c:v>1.4435223175794E-2</c:v>
                </c:pt>
                <c:pt idx="134">
                  <c:v>1.43600214391853E-2</c:v>
                </c:pt>
                <c:pt idx="135">
                  <c:v>1.43335366944265E-2</c:v>
                </c:pt>
                <c:pt idx="136">
                  <c:v>1.39782505666689E-2</c:v>
                </c:pt>
                <c:pt idx="137">
                  <c:v>1.3915277847448001E-2</c:v>
                </c:pt>
                <c:pt idx="138">
                  <c:v>1.38430488651395E-2</c:v>
                </c:pt>
                <c:pt idx="139">
                  <c:v>1.38337259466091E-2</c:v>
                </c:pt>
                <c:pt idx="140">
                  <c:v>1.37802662459083E-2</c:v>
                </c:pt>
                <c:pt idx="141">
                  <c:v>1.3701429159289701E-2</c:v>
                </c:pt>
                <c:pt idx="142">
                  <c:v>1.3504546487710699E-2</c:v>
                </c:pt>
                <c:pt idx="143">
                  <c:v>1.33746735090257E-2</c:v>
                </c:pt>
                <c:pt idx="144">
                  <c:v>1.3363589657655E-2</c:v>
                </c:pt>
                <c:pt idx="145">
                  <c:v>1.32626582170891E-2</c:v>
                </c:pt>
                <c:pt idx="146">
                  <c:v>1.3125793615668201E-2</c:v>
                </c:pt>
                <c:pt idx="147">
                  <c:v>1.3048167103625901E-2</c:v>
                </c:pt>
                <c:pt idx="148">
                  <c:v>1.2922584754241E-2</c:v>
                </c:pt>
                <c:pt idx="149">
                  <c:v>1.27774414177328E-2</c:v>
                </c:pt>
                <c:pt idx="150">
                  <c:v>1.2720928918857399E-2</c:v>
                </c:pt>
                <c:pt idx="151">
                  <c:v>1.24841535662071E-2</c:v>
                </c:pt>
                <c:pt idx="152">
                  <c:v>1.2467369404025999E-2</c:v>
                </c:pt>
                <c:pt idx="153">
                  <c:v>1.24361048743847E-2</c:v>
                </c:pt>
                <c:pt idx="154">
                  <c:v>1.24153492996136E-2</c:v>
                </c:pt>
                <c:pt idx="155">
                  <c:v>1.23461928765322E-2</c:v>
                </c:pt>
                <c:pt idx="156">
                  <c:v>1.2238100782258199E-2</c:v>
                </c:pt>
                <c:pt idx="157">
                  <c:v>1.2161164919549499E-2</c:v>
                </c:pt>
                <c:pt idx="158">
                  <c:v>1.2121205740928899E-2</c:v>
                </c:pt>
                <c:pt idx="159">
                  <c:v>1.21111028441239E-2</c:v>
                </c:pt>
                <c:pt idx="160">
                  <c:v>1.20628368708904E-2</c:v>
                </c:pt>
                <c:pt idx="161">
                  <c:v>1.20425931320652E-2</c:v>
                </c:pt>
                <c:pt idx="162">
                  <c:v>1.1983750661573299E-2</c:v>
                </c:pt>
                <c:pt idx="163">
                  <c:v>1.19466306136839E-2</c:v>
                </c:pt>
                <c:pt idx="164">
                  <c:v>1.1776882958248301E-2</c:v>
                </c:pt>
                <c:pt idx="165">
                  <c:v>1.1710285452000599E-2</c:v>
                </c:pt>
                <c:pt idx="166">
                  <c:v>1.16542306343133E-2</c:v>
                </c:pt>
                <c:pt idx="167">
                  <c:v>1.14301512395001E-2</c:v>
                </c:pt>
                <c:pt idx="168">
                  <c:v>1.13415153586285E-2</c:v>
                </c:pt>
                <c:pt idx="169">
                  <c:v>1.131310429861E-2</c:v>
                </c:pt>
                <c:pt idx="170">
                  <c:v>1.1308257537893799E-2</c:v>
                </c:pt>
                <c:pt idx="171">
                  <c:v>1.12687776194033E-2</c:v>
                </c:pt>
                <c:pt idx="172">
                  <c:v>1.11677864052614E-2</c:v>
                </c:pt>
                <c:pt idx="173">
                  <c:v>1.1040518518700901E-2</c:v>
                </c:pt>
                <c:pt idx="174">
                  <c:v>1.1013726249722799E-2</c:v>
                </c:pt>
                <c:pt idx="175">
                  <c:v>1.0993471276639201E-2</c:v>
                </c:pt>
                <c:pt idx="176">
                  <c:v>1.0946942275468399E-2</c:v>
                </c:pt>
                <c:pt idx="177">
                  <c:v>1.09075725305945E-2</c:v>
                </c:pt>
                <c:pt idx="178">
                  <c:v>1.08931437960552E-2</c:v>
                </c:pt>
                <c:pt idx="179">
                  <c:v>1.0869513427779399E-2</c:v>
                </c:pt>
                <c:pt idx="180">
                  <c:v>1.08408587682763E-2</c:v>
                </c:pt>
                <c:pt idx="181">
                  <c:v>1.04252367856272E-2</c:v>
                </c:pt>
                <c:pt idx="182">
                  <c:v>1.0378617682446301E-2</c:v>
                </c:pt>
                <c:pt idx="183">
                  <c:v>1.0374890835212799E-2</c:v>
                </c:pt>
                <c:pt idx="184">
                  <c:v>1.02615831668788E-2</c:v>
                </c:pt>
                <c:pt idx="185">
                  <c:v>1.0218759315791401E-2</c:v>
                </c:pt>
                <c:pt idx="186">
                  <c:v>1.02127662059415E-2</c:v>
                </c:pt>
                <c:pt idx="187">
                  <c:v>9.9895207993335802E-3</c:v>
                </c:pt>
                <c:pt idx="188">
                  <c:v>9.9733915048823198E-3</c:v>
                </c:pt>
                <c:pt idx="189">
                  <c:v>9.9614731532664796E-3</c:v>
                </c:pt>
                <c:pt idx="190">
                  <c:v>9.9257157400862196E-3</c:v>
                </c:pt>
                <c:pt idx="191">
                  <c:v>9.8285028388298105E-3</c:v>
                </c:pt>
                <c:pt idx="192">
                  <c:v>9.8145392827965108E-3</c:v>
                </c:pt>
                <c:pt idx="193">
                  <c:v>9.7448775941311305E-3</c:v>
                </c:pt>
                <c:pt idx="194">
                  <c:v>9.7404849258229606E-3</c:v>
                </c:pt>
                <c:pt idx="195">
                  <c:v>9.7031736405794201E-3</c:v>
                </c:pt>
                <c:pt idx="196">
                  <c:v>9.5824894849786402E-3</c:v>
                </c:pt>
                <c:pt idx="197">
                  <c:v>9.5526137242822207E-3</c:v>
                </c:pt>
                <c:pt idx="198">
                  <c:v>9.5491705057380305E-3</c:v>
                </c:pt>
                <c:pt idx="199">
                  <c:v>9.4514701474434099E-3</c:v>
                </c:pt>
                <c:pt idx="200">
                  <c:v>9.3317650320352205E-3</c:v>
                </c:pt>
                <c:pt idx="201">
                  <c:v>9.3218786685831598E-3</c:v>
                </c:pt>
                <c:pt idx="202">
                  <c:v>9.1641781542377201E-3</c:v>
                </c:pt>
                <c:pt idx="203">
                  <c:v>9.0387756903133592E-3</c:v>
                </c:pt>
                <c:pt idx="204">
                  <c:v>8.92868486996546E-3</c:v>
                </c:pt>
                <c:pt idx="205">
                  <c:v>8.8655988489178706E-3</c:v>
                </c:pt>
                <c:pt idx="206">
                  <c:v>8.7717969931567601E-3</c:v>
                </c:pt>
                <c:pt idx="207">
                  <c:v>8.7394319060502008E-3</c:v>
                </c:pt>
                <c:pt idx="208">
                  <c:v>8.7302013880964403E-3</c:v>
                </c:pt>
                <c:pt idx="209">
                  <c:v>8.63355766607222E-3</c:v>
                </c:pt>
                <c:pt idx="210">
                  <c:v>8.3878219011250307E-3</c:v>
                </c:pt>
                <c:pt idx="211">
                  <c:v>8.1308934032124393E-3</c:v>
                </c:pt>
                <c:pt idx="212">
                  <c:v>8.1190404858598898E-3</c:v>
                </c:pt>
                <c:pt idx="213">
                  <c:v>8.0978705971332804E-3</c:v>
                </c:pt>
                <c:pt idx="214">
                  <c:v>8.0884693660553397E-3</c:v>
                </c:pt>
                <c:pt idx="215">
                  <c:v>8.0591708457663502E-3</c:v>
                </c:pt>
                <c:pt idx="216">
                  <c:v>8.0053893806682798E-3</c:v>
                </c:pt>
                <c:pt idx="217">
                  <c:v>7.9816983620063005E-3</c:v>
                </c:pt>
                <c:pt idx="218">
                  <c:v>7.9810249232415108E-3</c:v>
                </c:pt>
                <c:pt idx="219">
                  <c:v>7.8335404572549405E-3</c:v>
                </c:pt>
                <c:pt idx="220">
                  <c:v>7.8276237742871402E-3</c:v>
                </c:pt>
                <c:pt idx="221">
                  <c:v>7.8153237469924999E-3</c:v>
                </c:pt>
                <c:pt idx="222">
                  <c:v>7.8013558388533299E-3</c:v>
                </c:pt>
                <c:pt idx="223">
                  <c:v>7.7227310741295298E-3</c:v>
                </c:pt>
                <c:pt idx="224">
                  <c:v>7.7184999676336496E-3</c:v>
                </c:pt>
                <c:pt idx="225">
                  <c:v>7.7182947419397897E-3</c:v>
                </c:pt>
                <c:pt idx="226">
                  <c:v>7.6917088083439103E-3</c:v>
                </c:pt>
                <c:pt idx="227">
                  <c:v>7.6694979356016699E-3</c:v>
                </c:pt>
                <c:pt idx="228">
                  <c:v>7.6259884632156501E-3</c:v>
                </c:pt>
                <c:pt idx="229">
                  <c:v>7.6108351093299199E-3</c:v>
                </c:pt>
                <c:pt idx="230">
                  <c:v>7.6032318658933104E-3</c:v>
                </c:pt>
                <c:pt idx="231">
                  <c:v>7.59515852559523E-3</c:v>
                </c:pt>
                <c:pt idx="232">
                  <c:v>7.5900100820506904E-3</c:v>
                </c:pt>
                <c:pt idx="233">
                  <c:v>7.5610579322297001E-3</c:v>
                </c:pt>
                <c:pt idx="234">
                  <c:v>7.5481504025799399E-3</c:v>
                </c:pt>
                <c:pt idx="235">
                  <c:v>7.5205066950662196E-3</c:v>
                </c:pt>
                <c:pt idx="236">
                  <c:v>7.4369449322198898E-3</c:v>
                </c:pt>
                <c:pt idx="237">
                  <c:v>7.4091958632418603E-3</c:v>
                </c:pt>
                <c:pt idx="238">
                  <c:v>7.3820202691421803E-3</c:v>
                </c:pt>
                <c:pt idx="239">
                  <c:v>7.3781645703238797E-3</c:v>
                </c:pt>
                <c:pt idx="240">
                  <c:v>7.3651482852055304E-3</c:v>
                </c:pt>
                <c:pt idx="241">
                  <c:v>7.3187851725719103E-3</c:v>
                </c:pt>
                <c:pt idx="242">
                  <c:v>7.31123453056437E-3</c:v>
                </c:pt>
                <c:pt idx="243">
                  <c:v>7.2946169236953002E-3</c:v>
                </c:pt>
                <c:pt idx="244">
                  <c:v>7.2847217430189902E-3</c:v>
                </c:pt>
                <c:pt idx="245">
                  <c:v>7.2761788580958204E-3</c:v>
                </c:pt>
                <c:pt idx="246">
                  <c:v>7.2488161905039997E-3</c:v>
                </c:pt>
                <c:pt idx="247">
                  <c:v>7.1738353785408202E-3</c:v>
                </c:pt>
                <c:pt idx="248">
                  <c:v>7.1611342584945899E-3</c:v>
                </c:pt>
                <c:pt idx="249">
                  <c:v>7.1018296931457297E-3</c:v>
                </c:pt>
                <c:pt idx="250">
                  <c:v>7.1018030089373702E-3</c:v>
                </c:pt>
                <c:pt idx="251">
                  <c:v>7.0641953035038901E-3</c:v>
                </c:pt>
                <c:pt idx="252">
                  <c:v>7.0432873354954999E-3</c:v>
                </c:pt>
                <c:pt idx="253">
                  <c:v>6.9690796822838201E-3</c:v>
                </c:pt>
                <c:pt idx="254">
                  <c:v>6.9318369219232004E-3</c:v>
                </c:pt>
                <c:pt idx="255">
                  <c:v>6.7938396392660597E-3</c:v>
                </c:pt>
                <c:pt idx="256">
                  <c:v>6.7910824862739199E-3</c:v>
                </c:pt>
                <c:pt idx="257">
                  <c:v>6.7590513214149401E-3</c:v>
                </c:pt>
                <c:pt idx="258">
                  <c:v>6.7496691638003498E-3</c:v>
                </c:pt>
                <c:pt idx="259">
                  <c:v>6.6669491671850697E-3</c:v>
                </c:pt>
                <c:pt idx="260">
                  <c:v>6.65568044322768E-3</c:v>
                </c:pt>
                <c:pt idx="261">
                  <c:v>6.5891036204736202E-3</c:v>
                </c:pt>
                <c:pt idx="262">
                  <c:v>6.5864354568459403E-3</c:v>
                </c:pt>
                <c:pt idx="263">
                  <c:v>6.5785375665456504E-3</c:v>
                </c:pt>
                <c:pt idx="264">
                  <c:v>6.5293858129404697E-3</c:v>
                </c:pt>
                <c:pt idx="265">
                  <c:v>6.5157228217045601E-3</c:v>
                </c:pt>
                <c:pt idx="266">
                  <c:v>6.4294279029017496E-3</c:v>
                </c:pt>
                <c:pt idx="267">
                  <c:v>6.3982428893193796E-3</c:v>
                </c:pt>
                <c:pt idx="268">
                  <c:v>6.3875306554788298E-3</c:v>
                </c:pt>
                <c:pt idx="269">
                  <c:v>6.3710158406899602E-3</c:v>
                </c:pt>
                <c:pt idx="270">
                  <c:v>6.3135545064445797E-3</c:v>
                </c:pt>
                <c:pt idx="271">
                  <c:v>6.2787398365396199E-3</c:v>
                </c:pt>
                <c:pt idx="272">
                  <c:v>6.2710970151476997E-3</c:v>
                </c:pt>
                <c:pt idx="273">
                  <c:v>6.2698793166815299E-3</c:v>
                </c:pt>
                <c:pt idx="274">
                  <c:v>6.2473882101065897E-3</c:v>
                </c:pt>
                <c:pt idx="275">
                  <c:v>6.2395544875251101E-3</c:v>
                </c:pt>
                <c:pt idx="276">
                  <c:v>6.23635981055833E-3</c:v>
                </c:pt>
                <c:pt idx="277">
                  <c:v>6.1933653895495403E-3</c:v>
                </c:pt>
                <c:pt idx="278">
                  <c:v>6.1884307914655901E-3</c:v>
                </c:pt>
                <c:pt idx="279">
                  <c:v>6.1631034848273498E-3</c:v>
                </c:pt>
                <c:pt idx="280">
                  <c:v>6.1034851617377296E-3</c:v>
                </c:pt>
                <c:pt idx="281">
                  <c:v>6.0963339759640099E-3</c:v>
                </c:pt>
                <c:pt idx="282">
                  <c:v>6.0683863432929603E-3</c:v>
                </c:pt>
                <c:pt idx="283">
                  <c:v>6.0187439321886804E-3</c:v>
                </c:pt>
                <c:pt idx="284">
                  <c:v>6.0137958098246602E-3</c:v>
                </c:pt>
                <c:pt idx="285">
                  <c:v>5.9434769968190002E-3</c:v>
                </c:pt>
                <c:pt idx="286">
                  <c:v>5.9168812638732598E-3</c:v>
                </c:pt>
                <c:pt idx="287">
                  <c:v>5.9126957075416198E-3</c:v>
                </c:pt>
                <c:pt idx="288">
                  <c:v>5.90317999982852E-3</c:v>
                </c:pt>
                <c:pt idx="289">
                  <c:v>5.8865916756937302E-3</c:v>
                </c:pt>
                <c:pt idx="290">
                  <c:v>5.8748405563134503E-3</c:v>
                </c:pt>
                <c:pt idx="291">
                  <c:v>5.8738895273600803E-3</c:v>
                </c:pt>
                <c:pt idx="292">
                  <c:v>5.8544070183091396E-3</c:v>
                </c:pt>
                <c:pt idx="293">
                  <c:v>5.8381932315905403E-3</c:v>
                </c:pt>
                <c:pt idx="294">
                  <c:v>5.8224273911890497E-3</c:v>
                </c:pt>
                <c:pt idx="295">
                  <c:v>5.7896069903195296E-3</c:v>
                </c:pt>
                <c:pt idx="296">
                  <c:v>5.7791975308780098E-3</c:v>
                </c:pt>
                <c:pt idx="297">
                  <c:v>5.7355250696514903E-3</c:v>
                </c:pt>
                <c:pt idx="298">
                  <c:v>5.7168286880838496E-3</c:v>
                </c:pt>
                <c:pt idx="299">
                  <c:v>5.7063622379587E-3</c:v>
                </c:pt>
                <c:pt idx="300">
                  <c:v>5.6817036343667004E-3</c:v>
                </c:pt>
                <c:pt idx="301">
                  <c:v>5.67880913304839E-3</c:v>
                </c:pt>
                <c:pt idx="302">
                  <c:v>5.6633350653568799E-3</c:v>
                </c:pt>
                <c:pt idx="303">
                  <c:v>5.6512887239189803E-3</c:v>
                </c:pt>
                <c:pt idx="304">
                  <c:v>5.6072745614732002E-3</c:v>
                </c:pt>
                <c:pt idx="305">
                  <c:v>5.6008699209834697E-3</c:v>
                </c:pt>
                <c:pt idx="306">
                  <c:v>5.5949417996708902E-3</c:v>
                </c:pt>
                <c:pt idx="307">
                  <c:v>5.5851582725893198E-3</c:v>
                </c:pt>
                <c:pt idx="308">
                  <c:v>5.5253365768909903E-3</c:v>
                </c:pt>
                <c:pt idx="309">
                  <c:v>5.4974754354893702E-3</c:v>
                </c:pt>
                <c:pt idx="310">
                  <c:v>5.4748619077862404E-3</c:v>
                </c:pt>
                <c:pt idx="311">
                  <c:v>5.4466689399069804E-3</c:v>
                </c:pt>
                <c:pt idx="312">
                  <c:v>5.4437603444199099E-3</c:v>
                </c:pt>
                <c:pt idx="313">
                  <c:v>5.4392446118851504E-3</c:v>
                </c:pt>
                <c:pt idx="314">
                  <c:v>5.4360516545419301E-3</c:v>
                </c:pt>
                <c:pt idx="315">
                  <c:v>5.41477120510361E-3</c:v>
                </c:pt>
                <c:pt idx="316">
                  <c:v>5.3952383693977998E-3</c:v>
                </c:pt>
                <c:pt idx="317">
                  <c:v>5.3709404789632799E-3</c:v>
                </c:pt>
                <c:pt idx="318">
                  <c:v>5.3485445352185104E-3</c:v>
                </c:pt>
                <c:pt idx="319">
                  <c:v>5.3363774892122504E-3</c:v>
                </c:pt>
                <c:pt idx="320">
                  <c:v>5.3269643059270502E-3</c:v>
                </c:pt>
                <c:pt idx="321">
                  <c:v>5.32221366665962E-3</c:v>
                </c:pt>
                <c:pt idx="322">
                  <c:v>5.2858847394700696E-3</c:v>
                </c:pt>
                <c:pt idx="323">
                  <c:v>5.2622853324200804E-3</c:v>
                </c:pt>
                <c:pt idx="324">
                  <c:v>5.2130568547994098E-3</c:v>
                </c:pt>
                <c:pt idx="325">
                  <c:v>5.2091220472009004E-3</c:v>
                </c:pt>
                <c:pt idx="326">
                  <c:v>5.2025815574904197E-3</c:v>
                </c:pt>
                <c:pt idx="327">
                  <c:v>5.1659940525884702E-3</c:v>
                </c:pt>
                <c:pt idx="328">
                  <c:v>5.16093466329119E-3</c:v>
                </c:pt>
                <c:pt idx="329">
                  <c:v>5.1118056931378202E-3</c:v>
                </c:pt>
                <c:pt idx="330">
                  <c:v>5.1013836228961003E-3</c:v>
                </c:pt>
                <c:pt idx="331">
                  <c:v>4.9927870385059296E-3</c:v>
                </c:pt>
                <c:pt idx="332">
                  <c:v>4.97866862731575E-3</c:v>
                </c:pt>
                <c:pt idx="333">
                  <c:v>4.9701764963037704E-3</c:v>
                </c:pt>
                <c:pt idx="334">
                  <c:v>4.9579654856251702E-3</c:v>
                </c:pt>
                <c:pt idx="335">
                  <c:v>4.9437460800375596E-3</c:v>
                </c:pt>
                <c:pt idx="336">
                  <c:v>4.9424671189851896E-3</c:v>
                </c:pt>
                <c:pt idx="337">
                  <c:v>4.8829943968595199E-3</c:v>
                </c:pt>
                <c:pt idx="338">
                  <c:v>4.8815089849442803E-3</c:v>
                </c:pt>
                <c:pt idx="339">
                  <c:v>4.8799410195233097E-3</c:v>
                </c:pt>
                <c:pt idx="340">
                  <c:v>4.8762501839659401E-3</c:v>
                </c:pt>
                <c:pt idx="341">
                  <c:v>4.8760876647212003E-3</c:v>
                </c:pt>
                <c:pt idx="342">
                  <c:v>4.8162522204001799E-3</c:v>
                </c:pt>
                <c:pt idx="343">
                  <c:v>4.8131267535433597E-3</c:v>
                </c:pt>
                <c:pt idx="344">
                  <c:v>4.8122680822091602E-3</c:v>
                </c:pt>
                <c:pt idx="345">
                  <c:v>4.7890521724232296E-3</c:v>
                </c:pt>
                <c:pt idx="346">
                  <c:v>4.7867558351814199E-3</c:v>
                </c:pt>
                <c:pt idx="347">
                  <c:v>4.7824105305331304E-3</c:v>
                </c:pt>
                <c:pt idx="348">
                  <c:v>4.7531554838728301E-3</c:v>
                </c:pt>
                <c:pt idx="349">
                  <c:v>4.7464137635753103E-3</c:v>
                </c:pt>
                <c:pt idx="350">
                  <c:v>4.7422477905342602E-3</c:v>
                </c:pt>
                <c:pt idx="351">
                  <c:v>4.7405418102393097E-3</c:v>
                </c:pt>
                <c:pt idx="352">
                  <c:v>4.7226152416471401E-3</c:v>
                </c:pt>
                <c:pt idx="353">
                  <c:v>4.7138742687784004E-3</c:v>
                </c:pt>
                <c:pt idx="354">
                  <c:v>4.71300136976242E-3</c:v>
                </c:pt>
                <c:pt idx="355">
                  <c:v>4.6946587748727502E-3</c:v>
                </c:pt>
                <c:pt idx="356">
                  <c:v>4.6817837181111904E-3</c:v>
                </c:pt>
                <c:pt idx="357">
                  <c:v>4.6725088970647104E-3</c:v>
                </c:pt>
                <c:pt idx="358">
                  <c:v>4.6693392216000098E-3</c:v>
                </c:pt>
                <c:pt idx="359">
                  <c:v>4.6457137900181404E-3</c:v>
                </c:pt>
                <c:pt idx="360">
                  <c:v>4.6453483667783504E-3</c:v>
                </c:pt>
                <c:pt idx="361">
                  <c:v>4.6292031534338404E-3</c:v>
                </c:pt>
                <c:pt idx="362">
                  <c:v>4.6232139335442898E-3</c:v>
                </c:pt>
                <c:pt idx="363">
                  <c:v>4.6187912104517599E-3</c:v>
                </c:pt>
                <c:pt idx="364">
                  <c:v>4.6128191234982496E-3</c:v>
                </c:pt>
                <c:pt idx="365">
                  <c:v>4.6053175139144998E-3</c:v>
                </c:pt>
                <c:pt idx="366">
                  <c:v>4.6002505477475896E-3</c:v>
                </c:pt>
                <c:pt idx="367">
                  <c:v>4.5973906018170804E-3</c:v>
                </c:pt>
                <c:pt idx="368">
                  <c:v>4.5758327354704503E-3</c:v>
                </c:pt>
                <c:pt idx="369">
                  <c:v>4.5694721759598298E-3</c:v>
                </c:pt>
                <c:pt idx="370">
                  <c:v>4.5597458241073401E-3</c:v>
                </c:pt>
                <c:pt idx="371">
                  <c:v>4.5419461975526303E-3</c:v>
                </c:pt>
                <c:pt idx="372">
                  <c:v>4.5077651743723598E-3</c:v>
                </c:pt>
                <c:pt idx="373">
                  <c:v>4.5042600338748096E-3</c:v>
                </c:pt>
                <c:pt idx="374">
                  <c:v>4.48900708198727E-3</c:v>
                </c:pt>
                <c:pt idx="375">
                  <c:v>4.4646732698320202E-3</c:v>
                </c:pt>
                <c:pt idx="376">
                  <c:v>4.44138714989594E-3</c:v>
                </c:pt>
                <c:pt idx="377">
                  <c:v>4.4313499586762202E-3</c:v>
                </c:pt>
                <c:pt idx="378">
                  <c:v>4.4245085329043601E-3</c:v>
                </c:pt>
                <c:pt idx="379">
                  <c:v>4.3710311820988499E-3</c:v>
                </c:pt>
                <c:pt idx="380">
                  <c:v>4.3693782619619497E-3</c:v>
                </c:pt>
                <c:pt idx="381">
                  <c:v>4.3249290901110002E-3</c:v>
                </c:pt>
                <c:pt idx="382">
                  <c:v>4.2851883618995404E-3</c:v>
                </c:pt>
                <c:pt idx="383">
                  <c:v>4.2723762717400398E-3</c:v>
                </c:pt>
                <c:pt idx="384">
                  <c:v>4.2718983297175099E-3</c:v>
                </c:pt>
                <c:pt idx="385">
                  <c:v>4.2713086677856702E-3</c:v>
                </c:pt>
                <c:pt idx="386">
                  <c:v>4.2641297125530003E-3</c:v>
                </c:pt>
                <c:pt idx="387">
                  <c:v>4.2466323236803501E-3</c:v>
                </c:pt>
                <c:pt idx="388">
                  <c:v>4.2317071944958798E-3</c:v>
                </c:pt>
                <c:pt idx="389">
                  <c:v>4.1931776203192102E-3</c:v>
                </c:pt>
                <c:pt idx="390">
                  <c:v>4.1866703003310898E-3</c:v>
                </c:pt>
                <c:pt idx="391">
                  <c:v>4.1666242571622401E-3</c:v>
                </c:pt>
                <c:pt idx="392">
                  <c:v>4.0976942030013404E-3</c:v>
                </c:pt>
                <c:pt idx="393">
                  <c:v>4.0949146402643102E-3</c:v>
                </c:pt>
                <c:pt idx="394">
                  <c:v>4.0817901156644503E-3</c:v>
                </c:pt>
                <c:pt idx="395">
                  <c:v>4.0737677303450499E-3</c:v>
                </c:pt>
                <c:pt idx="396">
                  <c:v>4.0594409502350201E-3</c:v>
                </c:pt>
                <c:pt idx="397">
                  <c:v>4.0427775562473902E-3</c:v>
                </c:pt>
                <c:pt idx="398">
                  <c:v>4.0398783209552496E-3</c:v>
                </c:pt>
                <c:pt idx="399">
                  <c:v>4.0387715370135803E-3</c:v>
                </c:pt>
                <c:pt idx="400">
                  <c:v>4.0310242523579299E-3</c:v>
                </c:pt>
                <c:pt idx="401">
                  <c:v>4.00110822600912E-3</c:v>
                </c:pt>
                <c:pt idx="402">
                  <c:v>3.9902488196325199E-3</c:v>
                </c:pt>
                <c:pt idx="403">
                  <c:v>3.9809461731795497E-3</c:v>
                </c:pt>
                <c:pt idx="404">
                  <c:v>3.9666332545917398E-3</c:v>
                </c:pt>
                <c:pt idx="405">
                  <c:v>3.9475316210712402E-3</c:v>
                </c:pt>
                <c:pt idx="406">
                  <c:v>3.9344564910424699E-3</c:v>
                </c:pt>
                <c:pt idx="407">
                  <c:v>3.8625060009640001E-3</c:v>
                </c:pt>
                <c:pt idx="408">
                  <c:v>3.8552633572505402E-3</c:v>
                </c:pt>
                <c:pt idx="409">
                  <c:v>3.8501290779162701E-3</c:v>
                </c:pt>
                <c:pt idx="410">
                  <c:v>3.8354907836018201E-3</c:v>
                </c:pt>
                <c:pt idx="411">
                  <c:v>3.8326485666942199E-3</c:v>
                </c:pt>
                <c:pt idx="412">
                  <c:v>3.82512356587576E-3</c:v>
                </c:pt>
                <c:pt idx="413">
                  <c:v>3.82466846252718E-3</c:v>
                </c:pt>
                <c:pt idx="414">
                  <c:v>3.8033645068321202E-3</c:v>
                </c:pt>
                <c:pt idx="415">
                  <c:v>3.8005185383410598E-3</c:v>
                </c:pt>
                <c:pt idx="416">
                  <c:v>3.7918651187764602E-3</c:v>
                </c:pt>
                <c:pt idx="417">
                  <c:v>3.7686143549963101E-3</c:v>
                </c:pt>
                <c:pt idx="418">
                  <c:v>3.7634099102584499E-3</c:v>
                </c:pt>
                <c:pt idx="419">
                  <c:v>3.74731484078416E-3</c:v>
                </c:pt>
                <c:pt idx="420">
                  <c:v>3.7402488571052698E-3</c:v>
                </c:pt>
                <c:pt idx="421">
                  <c:v>3.7369635723173401E-3</c:v>
                </c:pt>
                <c:pt idx="422">
                  <c:v>3.7203532643301702E-3</c:v>
                </c:pt>
                <c:pt idx="423">
                  <c:v>3.709438150942E-3</c:v>
                </c:pt>
                <c:pt idx="424">
                  <c:v>3.6619144312841599E-3</c:v>
                </c:pt>
                <c:pt idx="425">
                  <c:v>3.6464587937279401E-3</c:v>
                </c:pt>
                <c:pt idx="426">
                  <c:v>3.6248937893861898E-3</c:v>
                </c:pt>
                <c:pt idx="427">
                  <c:v>3.6041457863399701E-3</c:v>
                </c:pt>
                <c:pt idx="428">
                  <c:v>3.6034275629944E-3</c:v>
                </c:pt>
                <c:pt idx="429">
                  <c:v>3.5996938012109502E-3</c:v>
                </c:pt>
                <c:pt idx="430">
                  <c:v>3.5995445081425199E-3</c:v>
                </c:pt>
                <c:pt idx="431">
                  <c:v>3.5940143933584001E-3</c:v>
                </c:pt>
                <c:pt idx="432">
                  <c:v>3.5773316603258101E-3</c:v>
                </c:pt>
                <c:pt idx="433">
                  <c:v>3.57678131945276E-3</c:v>
                </c:pt>
                <c:pt idx="434">
                  <c:v>3.5445844432152799E-3</c:v>
                </c:pt>
                <c:pt idx="435">
                  <c:v>3.54155455845323E-3</c:v>
                </c:pt>
                <c:pt idx="436">
                  <c:v>3.5322614974325401E-3</c:v>
                </c:pt>
                <c:pt idx="437">
                  <c:v>3.51734683015467E-3</c:v>
                </c:pt>
                <c:pt idx="438">
                  <c:v>3.5138888578529E-3</c:v>
                </c:pt>
                <c:pt idx="439">
                  <c:v>3.5059721258283E-3</c:v>
                </c:pt>
                <c:pt idx="440">
                  <c:v>3.4988374800740802E-3</c:v>
                </c:pt>
                <c:pt idx="441">
                  <c:v>3.4972174633962801E-3</c:v>
                </c:pt>
                <c:pt idx="442">
                  <c:v>3.4912534654496499E-3</c:v>
                </c:pt>
                <c:pt idx="443">
                  <c:v>3.4906840664899498E-3</c:v>
                </c:pt>
                <c:pt idx="444">
                  <c:v>3.48415979282011E-3</c:v>
                </c:pt>
                <c:pt idx="445">
                  <c:v>3.4734334172011601E-3</c:v>
                </c:pt>
                <c:pt idx="446">
                  <c:v>3.46169871012863E-3</c:v>
                </c:pt>
                <c:pt idx="447">
                  <c:v>3.4588817453716698E-3</c:v>
                </c:pt>
                <c:pt idx="448">
                  <c:v>3.4418051047695199E-3</c:v>
                </c:pt>
                <c:pt idx="449">
                  <c:v>3.4385385822173799E-3</c:v>
                </c:pt>
                <c:pt idx="450">
                  <c:v>3.4229550612409499E-3</c:v>
                </c:pt>
                <c:pt idx="451">
                  <c:v>3.4176652866716702E-3</c:v>
                </c:pt>
                <c:pt idx="452">
                  <c:v>3.4112318625641098E-3</c:v>
                </c:pt>
                <c:pt idx="453">
                  <c:v>3.4096822414749401E-3</c:v>
                </c:pt>
                <c:pt idx="454">
                  <c:v>3.3972075352980201E-3</c:v>
                </c:pt>
                <c:pt idx="455">
                  <c:v>3.3809288441101399E-3</c:v>
                </c:pt>
                <c:pt idx="456">
                  <c:v>3.3735160602676199E-3</c:v>
                </c:pt>
                <c:pt idx="457">
                  <c:v>3.37229318706121E-3</c:v>
                </c:pt>
                <c:pt idx="458">
                  <c:v>3.3387485391239602E-3</c:v>
                </c:pt>
                <c:pt idx="459">
                  <c:v>3.3193745351029601E-3</c:v>
                </c:pt>
                <c:pt idx="460">
                  <c:v>3.29123018059872E-3</c:v>
                </c:pt>
                <c:pt idx="461">
                  <c:v>3.2897524243714299E-3</c:v>
                </c:pt>
                <c:pt idx="462">
                  <c:v>3.2884057837429502E-3</c:v>
                </c:pt>
                <c:pt idx="463">
                  <c:v>3.2808562734914699E-3</c:v>
                </c:pt>
                <c:pt idx="464">
                  <c:v>3.2758603532916102E-3</c:v>
                </c:pt>
                <c:pt idx="465">
                  <c:v>3.2658622173580201E-3</c:v>
                </c:pt>
                <c:pt idx="466">
                  <c:v>3.24270565867164E-3</c:v>
                </c:pt>
                <c:pt idx="467">
                  <c:v>3.2350253013255E-3</c:v>
                </c:pt>
                <c:pt idx="468">
                  <c:v>3.2107595799875199E-3</c:v>
                </c:pt>
                <c:pt idx="469">
                  <c:v>3.1958112405065099E-3</c:v>
                </c:pt>
                <c:pt idx="470">
                  <c:v>3.1833020355450199E-3</c:v>
                </c:pt>
                <c:pt idx="471">
                  <c:v>3.17534288475638E-3</c:v>
                </c:pt>
                <c:pt idx="472">
                  <c:v>3.17267417095295E-3</c:v>
                </c:pt>
                <c:pt idx="473">
                  <c:v>3.1672280866742201E-3</c:v>
                </c:pt>
                <c:pt idx="474">
                  <c:v>3.1648567709064699E-3</c:v>
                </c:pt>
                <c:pt idx="475">
                  <c:v>3.1600618145660102E-3</c:v>
                </c:pt>
                <c:pt idx="476">
                  <c:v>3.14422091329777E-3</c:v>
                </c:pt>
                <c:pt idx="477">
                  <c:v>3.1428043059155198E-3</c:v>
                </c:pt>
                <c:pt idx="478">
                  <c:v>3.1402957860547E-3</c:v>
                </c:pt>
                <c:pt idx="479">
                  <c:v>3.1303522409046802E-3</c:v>
                </c:pt>
                <c:pt idx="480">
                  <c:v>3.1070129014474802E-3</c:v>
                </c:pt>
                <c:pt idx="481">
                  <c:v>3.09365347708773E-3</c:v>
                </c:pt>
                <c:pt idx="482">
                  <c:v>3.06979869686178E-3</c:v>
                </c:pt>
                <c:pt idx="483">
                  <c:v>3.0693951882872E-3</c:v>
                </c:pt>
                <c:pt idx="484">
                  <c:v>3.0467892567776502E-3</c:v>
                </c:pt>
                <c:pt idx="485">
                  <c:v>3.0365903184660001E-3</c:v>
                </c:pt>
                <c:pt idx="486">
                  <c:v>3.0365830244395002E-3</c:v>
                </c:pt>
                <c:pt idx="487">
                  <c:v>3.0214952509333998E-3</c:v>
                </c:pt>
                <c:pt idx="488">
                  <c:v>3.0201377044450999E-3</c:v>
                </c:pt>
                <c:pt idx="489">
                  <c:v>3.0189022019419301E-3</c:v>
                </c:pt>
                <c:pt idx="490">
                  <c:v>3.0087213311878001E-3</c:v>
                </c:pt>
                <c:pt idx="491">
                  <c:v>3.0063935329416001E-3</c:v>
                </c:pt>
                <c:pt idx="492">
                  <c:v>2.9823121662817401E-3</c:v>
                </c:pt>
                <c:pt idx="493">
                  <c:v>2.9795853178065002E-3</c:v>
                </c:pt>
                <c:pt idx="494">
                  <c:v>2.9675750254607E-3</c:v>
                </c:pt>
                <c:pt idx="495">
                  <c:v>2.96485647342783E-3</c:v>
                </c:pt>
                <c:pt idx="496">
                  <c:v>2.9618914942402801E-3</c:v>
                </c:pt>
                <c:pt idx="497">
                  <c:v>2.9508030281568398E-3</c:v>
                </c:pt>
                <c:pt idx="498">
                  <c:v>2.94060512424805E-3</c:v>
                </c:pt>
                <c:pt idx="499">
                  <c:v>2.9265463476515399E-3</c:v>
                </c:pt>
                <c:pt idx="500">
                  <c:v>2.9255994377877801E-3</c:v>
                </c:pt>
                <c:pt idx="501">
                  <c:v>2.9249054453160598E-3</c:v>
                </c:pt>
                <c:pt idx="502">
                  <c:v>2.9236064899204098E-3</c:v>
                </c:pt>
                <c:pt idx="503">
                  <c:v>2.8838980325278899E-3</c:v>
                </c:pt>
                <c:pt idx="504">
                  <c:v>2.8732843802955401E-3</c:v>
                </c:pt>
                <c:pt idx="505">
                  <c:v>2.8537578459852E-3</c:v>
                </c:pt>
                <c:pt idx="506">
                  <c:v>2.85304113434968E-3</c:v>
                </c:pt>
                <c:pt idx="507">
                  <c:v>2.8480621977617802E-3</c:v>
                </c:pt>
                <c:pt idx="508">
                  <c:v>2.8427527370619402E-3</c:v>
                </c:pt>
                <c:pt idx="509">
                  <c:v>2.8399484403467501E-3</c:v>
                </c:pt>
                <c:pt idx="510">
                  <c:v>2.83974176812348E-3</c:v>
                </c:pt>
                <c:pt idx="511">
                  <c:v>2.8256584910783299E-3</c:v>
                </c:pt>
                <c:pt idx="512">
                  <c:v>2.8149482626781699E-3</c:v>
                </c:pt>
                <c:pt idx="513">
                  <c:v>2.8114634566700999E-3</c:v>
                </c:pt>
                <c:pt idx="514">
                  <c:v>2.7929247097986999E-3</c:v>
                </c:pt>
                <c:pt idx="515">
                  <c:v>2.78939945913452E-3</c:v>
                </c:pt>
                <c:pt idx="516">
                  <c:v>2.7801384463501302E-3</c:v>
                </c:pt>
                <c:pt idx="517">
                  <c:v>2.7625466653361901E-3</c:v>
                </c:pt>
                <c:pt idx="518">
                  <c:v>2.7599714826932399E-3</c:v>
                </c:pt>
                <c:pt idx="519">
                  <c:v>2.7572923117972002E-3</c:v>
                </c:pt>
                <c:pt idx="520">
                  <c:v>2.75226262939114E-3</c:v>
                </c:pt>
                <c:pt idx="521">
                  <c:v>2.7470681540497899E-3</c:v>
                </c:pt>
                <c:pt idx="522">
                  <c:v>2.74616392840322E-3</c:v>
                </c:pt>
                <c:pt idx="523">
                  <c:v>2.7341732189084E-3</c:v>
                </c:pt>
                <c:pt idx="524">
                  <c:v>2.7287991890181402E-3</c:v>
                </c:pt>
                <c:pt idx="525">
                  <c:v>2.7287728570706301E-3</c:v>
                </c:pt>
                <c:pt idx="526">
                  <c:v>2.7207780604343798E-3</c:v>
                </c:pt>
                <c:pt idx="527">
                  <c:v>2.7084310947365999E-3</c:v>
                </c:pt>
                <c:pt idx="528">
                  <c:v>2.7069103660277202E-3</c:v>
                </c:pt>
                <c:pt idx="529">
                  <c:v>2.7025118751178201E-3</c:v>
                </c:pt>
                <c:pt idx="530">
                  <c:v>2.7014609597559602E-3</c:v>
                </c:pt>
                <c:pt idx="531">
                  <c:v>2.6940955616507698E-3</c:v>
                </c:pt>
                <c:pt idx="532">
                  <c:v>2.69237310578951E-3</c:v>
                </c:pt>
                <c:pt idx="533">
                  <c:v>2.6914174930351602E-3</c:v>
                </c:pt>
                <c:pt idx="534">
                  <c:v>2.6907550056268501E-3</c:v>
                </c:pt>
                <c:pt idx="535">
                  <c:v>2.6890240505764202E-3</c:v>
                </c:pt>
                <c:pt idx="536">
                  <c:v>2.6811564097340901E-3</c:v>
                </c:pt>
                <c:pt idx="537">
                  <c:v>2.6730774210295301E-3</c:v>
                </c:pt>
                <c:pt idx="538">
                  <c:v>2.6623961519658401E-3</c:v>
                </c:pt>
                <c:pt idx="539">
                  <c:v>2.6566960025874199E-3</c:v>
                </c:pt>
                <c:pt idx="540">
                  <c:v>2.6460930824442901E-3</c:v>
                </c:pt>
                <c:pt idx="541">
                  <c:v>2.64389817976543E-3</c:v>
                </c:pt>
                <c:pt idx="542">
                  <c:v>2.6393942259659501E-3</c:v>
                </c:pt>
                <c:pt idx="543">
                  <c:v>2.62890980980532E-3</c:v>
                </c:pt>
                <c:pt idx="544">
                  <c:v>2.6283002853020798E-3</c:v>
                </c:pt>
                <c:pt idx="545">
                  <c:v>2.61368014405992E-3</c:v>
                </c:pt>
                <c:pt idx="546">
                  <c:v>2.6104431829031402E-3</c:v>
                </c:pt>
                <c:pt idx="547">
                  <c:v>2.6085117243998899E-3</c:v>
                </c:pt>
                <c:pt idx="548">
                  <c:v>2.5884468546683902E-3</c:v>
                </c:pt>
                <c:pt idx="549">
                  <c:v>2.58364134404817E-3</c:v>
                </c:pt>
                <c:pt idx="550">
                  <c:v>2.54861814176953E-3</c:v>
                </c:pt>
                <c:pt idx="551">
                  <c:v>2.5405750087153299E-3</c:v>
                </c:pt>
                <c:pt idx="552">
                  <c:v>2.5373400629638502E-3</c:v>
                </c:pt>
                <c:pt idx="553">
                  <c:v>2.5364882418677601E-3</c:v>
                </c:pt>
                <c:pt idx="554">
                  <c:v>2.5304420905475698E-3</c:v>
                </c:pt>
                <c:pt idx="555">
                  <c:v>2.5206944935069601E-3</c:v>
                </c:pt>
                <c:pt idx="556">
                  <c:v>2.5070669051280399E-3</c:v>
                </c:pt>
                <c:pt idx="557">
                  <c:v>2.5028269066209299E-3</c:v>
                </c:pt>
                <c:pt idx="558">
                  <c:v>2.4775630951514799E-3</c:v>
                </c:pt>
                <c:pt idx="559">
                  <c:v>2.4712556257170202E-3</c:v>
                </c:pt>
                <c:pt idx="560">
                  <c:v>2.4571219253238302E-3</c:v>
                </c:pt>
                <c:pt idx="561">
                  <c:v>2.4565300842608298E-3</c:v>
                </c:pt>
                <c:pt idx="562">
                  <c:v>2.4500229948501602E-3</c:v>
                </c:pt>
                <c:pt idx="563">
                  <c:v>2.4450393264541198E-3</c:v>
                </c:pt>
                <c:pt idx="564">
                  <c:v>2.4343827065864002E-3</c:v>
                </c:pt>
                <c:pt idx="565">
                  <c:v>2.4301876530035201E-3</c:v>
                </c:pt>
                <c:pt idx="566">
                  <c:v>2.4266409313542202E-3</c:v>
                </c:pt>
                <c:pt idx="567">
                  <c:v>2.41631882914921E-3</c:v>
                </c:pt>
                <c:pt idx="568">
                  <c:v>2.4155845122886799E-3</c:v>
                </c:pt>
                <c:pt idx="569">
                  <c:v>2.41534137410983E-3</c:v>
                </c:pt>
                <c:pt idx="570">
                  <c:v>2.41528061671222E-3</c:v>
                </c:pt>
                <c:pt idx="571">
                  <c:v>2.4141719367068602E-3</c:v>
                </c:pt>
                <c:pt idx="572">
                  <c:v>2.4132583465895502E-3</c:v>
                </c:pt>
                <c:pt idx="573">
                  <c:v>2.40731223528508E-3</c:v>
                </c:pt>
                <c:pt idx="574">
                  <c:v>2.39784117910545E-3</c:v>
                </c:pt>
                <c:pt idx="575">
                  <c:v>2.38133499611179E-3</c:v>
                </c:pt>
                <c:pt idx="576">
                  <c:v>2.3638629522827201E-3</c:v>
                </c:pt>
                <c:pt idx="577">
                  <c:v>2.3588944031621502E-3</c:v>
                </c:pt>
                <c:pt idx="578">
                  <c:v>2.3572829157887101E-3</c:v>
                </c:pt>
                <c:pt idx="579">
                  <c:v>2.34569741226612E-3</c:v>
                </c:pt>
                <c:pt idx="580">
                  <c:v>2.3449030906806802E-3</c:v>
                </c:pt>
                <c:pt idx="581">
                  <c:v>2.3314895246053899E-3</c:v>
                </c:pt>
                <c:pt idx="582">
                  <c:v>2.3210450068771602E-3</c:v>
                </c:pt>
                <c:pt idx="583">
                  <c:v>2.3165494983059102E-3</c:v>
                </c:pt>
                <c:pt idx="584">
                  <c:v>2.3146722980763E-3</c:v>
                </c:pt>
                <c:pt idx="585">
                  <c:v>2.3138175429560401E-3</c:v>
                </c:pt>
                <c:pt idx="586">
                  <c:v>2.3132577276466899E-3</c:v>
                </c:pt>
                <c:pt idx="587">
                  <c:v>2.3097317612101498E-3</c:v>
                </c:pt>
                <c:pt idx="588">
                  <c:v>2.3052074356680599E-3</c:v>
                </c:pt>
                <c:pt idx="589">
                  <c:v>2.3049841937082399E-3</c:v>
                </c:pt>
                <c:pt idx="590">
                  <c:v>2.3022762978383098E-3</c:v>
                </c:pt>
                <c:pt idx="591">
                  <c:v>2.2919470797202399E-3</c:v>
                </c:pt>
                <c:pt idx="592">
                  <c:v>2.2885012235007102E-3</c:v>
                </c:pt>
                <c:pt idx="593">
                  <c:v>2.2700471709395801E-3</c:v>
                </c:pt>
                <c:pt idx="594">
                  <c:v>2.2653681981960601E-3</c:v>
                </c:pt>
                <c:pt idx="595">
                  <c:v>2.25736060919632E-3</c:v>
                </c:pt>
                <c:pt idx="596">
                  <c:v>2.2271081816364301E-3</c:v>
                </c:pt>
                <c:pt idx="597">
                  <c:v>2.2270279005753399E-3</c:v>
                </c:pt>
                <c:pt idx="598">
                  <c:v>2.21264074385526E-3</c:v>
                </c:pt>
                <c:pt idx="599">
                  <c:v>2.2120825819071702E-3</c:v>
                </c:pt>
                <c:pt idx="600">
                  <c:v>2.2076878745488598E-3</c:v>
                </c:pt>
                <c:pt idx="601">
                  <c:v>2.2034073377843601E-3</c:v>
                </c:pt>
                <c:pt idx="602">
                  <c:v>2.2000261063539199E-3</c:v>
                </c:pt>
                <c:pt idx="603">
                  <c:v>2.18623194224764E-3</c:v>
                </c:pt>
                <c:pt idx="604">
                  <c:v>2.1848010198561099E-3</c:v>
                </c:pt>
                <c:pt idx="605">
                  <c:v>2.1799574998346001E-3</c:v>
                </c:pt>
                <c:pt idx="606">
                  <c:v>2.1709602696819998E-3</c:v>
                </c:pt>
                <c:pt idx="607">
                  <c:v>2.1692268192848E-3</c:v>
                </c:pt>
                <c:pt idx="608">
                  <c:v>2.1585900021522599E-3</c:v>
                </c:pt>
                <c:pt idx="609">
                  <c:v>2.1449110610515499E-3</c:v>
                </c:pt>
                <c:pt idx="610">
                  <c:v>2.1438501942686698E-3</c:v>
                </c:pt>
                <c:pt idx="611">
                  <c:v>2.1400673984858201E-3</c:v>
                </c:pt>
                <c:pt idx="612">
                  <c:v>2.1328157287229602E-3</c:v>
                </c:pt>
                <c:pt idx="613">
                  <c:v>2.12517207622485E-3</c:v>
                </c:pt>
                <c:pt idx="614">
                  <c:v>2.1163278780495401E-3</c:v>
                </c:pt>
                <c:pt idx="615">
                  <c:v>2.1141718450852099E-3</c:v>
                </c:pt>
                <c:pt idx="616">
                  <c:v>2.1140232613382302E-3</c:v>
                </c:pt>
                <c:pt idx="617">
                  <c:v>2.1135361483708001E-3</c:v>
                </c:pt>
                <c:pt idx="618">
                  <c:v>2.0902450787469501E-3</c:v>
                </c:pt>
                <c:pt idx="619">
                  <c:v>2.0829802495574701E-3</c:v>
                </c:pt>
                <c:pt idx="620">
                  <c:v>2.0759395916603398E-3</c:v>
                </c:pt>
                <c:pt idx="621">
                  <c:v>2.0730889900432898E-3</c:v>
                </c:pt>
                <c:pt idx="622">
                  <c:v>2.0599337876500501E-3</c:v>
                </c:pt>
                <c:pt idx="623">
                  <c:v>2.0551961068369E-3</c:v>
                </c:pt>
                <c:pt idx="624">
                  <c:v>2.0525152718995502E-3</c:v>
                </c:pt>
                <c:pt idx="625">
                  <c:v>2.0397632585183699E-3</c:v>
                </c:pt>
                <c:pt idx="626">
                  <c:v>2.0375050523535202E-3</c:v>
                </c:pt>
                <c:pt idx="627">
                  <c:v>2.0319092195917299E-3</c:v>
                </c:pt>
                <c:pt idx="628">
                  <c:v>2.0316711938288099E-3</c:v>
                </c:pt>
                <c:pt idx="629">
                  <c:v>2.0298668148231499E-3</c:v>
                </c:pt>
                <c:pt idx="630">
                  <c:v>2.0241587243280501E-3</c:v>
                </c:pt>
                <c:pt idx="631">
                  <c:v>2.0230433373233298E-3</c:v>
                </c:pt>
                <c:pt idx="632">
                  <c:v>2.0215170062393502E-3</c:v>
                </c:pt>
                <c:pt idx="633">
                  <c:v>2.0181288076880602E-3</c:v>
                </c:pt>
                <c:pt idx="634">
                  <c:v>2.00195992997022E-3</c:v>
                </c:pt>
                <c:pt idx="635">
                  <c:v>2.0013108139850101E-3</c:v>
                </c:pt>
                <c:pt idx="636">
                  <c:v>1.9938309862765399E-3</c:v>
                </c:pt>
                <c:pt idx="637">
                  <c:v>1.9916960398519302E-3</c:v>
                </c:pt>
                <c:pt idx="638">
                  <c:v>1.9900048650746001E-3</c:v>
                </c:pt>
                <c:pt idx="639">
                  <c:v>1.9825836876999898E-3</c:v>
                </c:pt>
                <c:pt idx="640">
                  <c:v>1.9823085177022299E-3</c:v>
                </c:pt>
                <c:pt idx="641">
                  <c:v>1.9770295777077102E-3</c:v>
                </c:pt>
                <c:pt idx="642">
                  <c:v>1.9746526070701501E-3</c:v>
                </c:pt>
                <c:pt idx="643">
                  <c:v>1.9691446004650201E-3</c:v>
                </c:pt>
                <c:pt idx="644">
                  <c:v>1.9682521928444398E-3</c:v>
                </c:pt>
                <c:pt idx="645">
                  <c:v>1.9617805418204399E-3</c:v>
                </c:pt>
                <c:pt idx="646">
                  <c:v>1.95402610858044E-3</c:v>
                </c:pt>
                <c:pt idx="647">
                  <c:v>1.92595794616652E-3</c:v>
                </c:pt>
                <c:pt idx="648">
                  <c:v>1.9192637129809801E-3</c:v>
                </c:pt>
                <c:pt idx="649">
                  <c:v>1.91265961275178E-3</c:v>
                </c:pt>
                <c:pt idx="650">
                  <c:v>1.9106792272187601E-3</c:v>
                </c:pt>
                <c:pt idx="651">
                  <c:v>1.90730423816336E-3</c:v>
                </c:pt>
                <c:pt idx="652">
                  <c:v>1.9060847471097E-3</c:v>
                </c:pt>
                <c:pt idx="653">
                  <c:v>1.90172742938765E-3</c:v>
                </c:pt>
                <c:pt idx="654">
                  <c:v>1.89658477331266E-3</c:v>
                </c:pt>
                <c:pt idx="655">
                  <c:v>1.88802089189832E-3</c:v>
                </c:pt>
                <c:pt idx="656">
                  <c:v>1.8716807430152599E-3</c:v>
                </c:pt>
                <c:pt idx="657">
                  <c:v>1.86355218307009E-3</c:v>
                </c:pt>
                <c:pt idx="658">
                  <c:v>1.8601002124742499E-3</c:v>
                </c:pt>
                <c:pt idx="659">
                  <c:v>1.84568045724766E-3</c:v>
                </c:pt>
                <c:pt idx="660">
                  <c:v>1.8439525927290801E-3</c:v>
                </c:pt>
                <c:pt idx="661">
                  <c:v>1.8414356204115201E-3</c:v>
                </c:pt>
                <c:pt idx="662">
                  <c:v>1.8253068633634999E-3</c:v>
                </c:pt>
                <c:pt idx="663">
                  <c:v>1.8206577161258199E-3</c:v>
                </c:pt>
                <c:pt idx="664">
                  <c:v>1.8162564550375101E-3</c:v>
                </c:pt>
                <c:pt idx="665">
                  <c:v>1.8138040739080299E-3</c:v>
                </c:pt>
                <c:pt idx="666">
                  <c:v>1.8021541359143499E-3</c:v>
                </c:pt>
                <c:pt idx="667">
                  <c:v>1.7993651758966801E-3</c:v>
                </c:pt>
                <c:pt idx="668">
                  <c:v>1.79317140872232E-3</c:v>
                </c:pt>
                <c:pt idx="669">
                  <c:v>1.7816280618434899E-3</c:v>
                </c:pt>
                <c:pt idx="670">
                  <c:v>1.78065201564707E-3</c:v>
                </c:pt>
                <c:pt idx="671">
                  <c:v>1.7804004447703201E-3</c:v>
                </c:pt>
                <c:pt idx="672">
                  <c:v>1.7754545304578999E-3</c:v>
                </c:pt>
                <c:pt idx="673">
                  <c:v>1.7735978965629201E-3</c:v>
                </c:pt>
                <c:pt idx="674">
                  <c:v>1.76769572644523E-3</c:v>
                </c:pt>
                <c:pt idx="675">
                  <c:v>1.7634651791625499E-3</c:v>
                </c:pt>
                <c:pt idx="676">
                  <c:v>1.7627828280561001E-3</c:v>
                </c:pt>
                <c:pt idx="677">
                  <c:v>1.7606210464859401E-3</c:v>
                </c:pt>
                <c:pt idx="678">
                  <c:v>1.75130913568871E-3</c:v>
                </c:pt>
                <c:pt idx="679">
                  <c:v>1.7511146219310401E-3</c:v>
                </c:pt>
                <c:pt idx="680">
                  <c:v>1.73511339849908E-3</c:v>
                </c:pt>
                <c:pt idx="681">
                  <c:v>1.7305535792641799E-3</c:v>
                </c:pt>
                <c:pt idx="682">
                  <c:v>1.7150257443813201E-3</c:v>
                </c:pt>
                <c:pt idx="683">
                  <c:v>1.71391384499195E-3</c:v>
                </c:pt>
                <c:pt idx="684">
                  <c:v>1.71157924450224E-3</c:v>
                </c:pt>
                <c:pt idx="685">
                  <c:v>1.7107610761269399E-3</c:v>
                </c:pt>
                <c:pt idx="686">
                  <c:v>1.70869928720277E-3</c:v>
                </c:pt>
                <c:pt idx="687">
                  <c:v>1.69652993637094E-3</c:v>
                </c:pt>
                <c:pt idx="688">
                  <c:v>1.6938778861532401E-3</c:v>
                </c:pt>
                <c:pt idx="689">
                  <c:v>1.6669814825928E-3</c:v>
                </c:pt>
                <c:pt idx="690">
                  <c:v>1.6644570702987901E-3</c:v>
                </c:pt>
                <c:pt idx="691">
                  <c:v>1.6584285761850101E-3</c:v>
                </c:pt>
                <c:pt idx="692">
                  <c:v>1.65262306832436E-3</c:v>
                </c:pt>
                <c:pt idx="693">
                  <c:v>1.64442891590701E-3</c:v>
                </c:pt>
                <c:pt idx="694">
                  <c:v>1.6435185223641199E-3</c:v>
                </c:pt>
                <c:pt idx="695">
                  <c:v>1.6383085401582801E-3</c:v>
                </c:pt>
                <c:pt idx="696">
                  <c:v>1.6363193815206701E-3</c:v>
                </c:pt>
                <c:pt idx="697">
                  <c:v>1.62654824859997E-3</c:v>
                </c:pt>
                <c:pt idx="698">
                  <c:v>1.6242833584626799E-3</c:v>
                </c:pt>
                <c:pt idx="699">
                  <c:v>1.6231937354757699E-3</c:v>
                </c:pt>
                <c:pt idx="700">
                  <c:v>1.61290093658898E-3</c:v>
                </c:pt>
                <c:pt idx="701">
                  <c:v>1.6111861482312299E-3</c:v>
                </c:pt>
                <c:pt idx="702">
                  <c:v>1.60871006362327E-3</c:v>
                </c:pt>
                <c:pt idx="703">
                  <c:v>1.6083939880671E-3</c:v>
                </c:pt>
                <c:pt idx="704">
                  <c:v>1.6038762661607199E-3</c:v>
                </c:pt>
                <c:pt idx="705">
                  <c:v>1.6003085978963699E-3</c:v>
                </c:pt>
                <c:pt idx="706">
                  <c:v>1.5963486458081999E-3</c:v>
                </c:pt>
                <c:pt idx="707">
                  <c:v>1.5896660846405101E-3</c:v>
                </c:pt>
                <c:pt idx="708">
                  <c:v>1.5809097433202399E-3</c:v>
                </c:pt>
                <c:pt idx="709">
                  <c:v>1.56908856876049E-3</c:v>
                </c:pt>
                <c:pt idx="710">
                  <c:v>1.56128367895369E-3</c:v>
                </c:pt>
                <c:pt idx="711">
                  <c:v>1.5517897267432301E-3</c:v>
                </c:pt>
                <c:pt idx="712">
                  <c:v>1.55037173067001E-3</c:v>
                </c:pt>
                <c:pt idx="713">
                  <c:v>1.5461990938258E-3</c:v>
                </c:pt>
                <c:pt idx="714">
                  <c:v>1.5307685611465601E-3</c:v>
                </c:pt>
                <c:pt idx="715">
                  <c:v>1.51857879875693E-3</c:v>
                </c:pt>
                <c:pt idx="716">
                  <c:v>1.5099403520977301E-3</c:v>
                </c:pt>
                <c:pt idx="717">
                  <c:v>1.49518083361951E-3</c:v>
                </c:pt>
                <c:pt idx="718">
                  <c:v>1.4932819005874199E-3</c:v>
                </c:pt>
                <c:pt idx="719">
                  <c:v>1.49114672177253E-3</c:v>
                </c:pt>
                <c:pt idx="720">
                  <c:v>1.48912131308196E-3</c:v>
                </c:pt>
                <c:pt idx="721">
                  <c:v>1.48587621010806E-3</c:v>
                </c:pt>
                <c:pt idx="722">
                  <c:v>1.4744113913233001E-3</c:v>
                </c:pt>
                <c:pt idx="723">
                  <c:v>1.4668158827006201E-3</c:v>
                </c:pt>
                <c:pt idx="724">
                  <c:v>1.46544472889324E-3</c:v>
                </c:pt>
                <c:pt idx="725">
                  <c:v>1.45697136093724E-3</c:v>
                </c:pt>
                <c:pt idx="726">
                  <c:v>1.4547261173233101E-3</c:v>
                </c:pt>
                <c:pt idx="727">
                  <c:v>1.4517964641210599E-3</c:v>
                </c:pt>
                <c:pt idx="728">
                  <c:v>1.4481725929689001E-3</c:v>
                </c:pt>
                <c:pt idx="729">
                  <c:v>1.42903191825701E-3</c:v>
                </c:pt>
                <c:pt idx="730">
                  <c:v>1.41559643173982E-3</c:v>
                </c:pt>
                <c:pt idx="731">
                  <c:v>1.4092367208745401E-3</c:v>
                </c:pt>
                <c:pt idx="732">
                  <c:v>1.3995831857342401E-3</c:v>
                </c:pt>
                <c:pt idx="733">
                  <c:v>1.39773154303599E-3</c:v>
                </c:pt>
                <c:pt idx="734">
                  <c:v>1.3967452699280799E-3</c:v>
                </c:pt>
                <c:pt idx="735">
                  <c:v>1.3868570093719999E-3</c:v>
                </c:pt>
                <c:pt idx="736">
                  <c:v>1.38595023716777E-3</c:v>
                </c:pt>
                <c:pt idx="737">
                  <c:v>1.3852026742533999E-3</c:v>
                </c:pt>
                <c:pt idx="738">
                  <c:v>1.3823423607860401E-3</c:v>
                </c:pt>
                <c:pt idx="739">
                  <c:v>1.3739676541591501E-3</c:v>
                </c:pt>
                <c:pt idx="740">
                  <c:v>1.3708740226927099E-3</c:v>
                </c:pt>
                <c:pt idx="741">
                  <c:v>1.35635413385353E-3</c:v>
                </c:pt>
                <c:pt idx="742">
                  <c:v>1.35603445195996E-3</c:v>
                </c:pt>
                <c:pt idx="743">
                  <c:v>1.35417757687786E-3</c:v>
                </c:pt>
                <c:pt idx="744">
                  <c:v>1.3491959837585101E-3</c:v>
                </c:pt>
                <c:pt idx="745">
                  <c:v>1.34807367563901E-3</c:v>
                </c:pt>
                <c:pt idx="746">
                  <c:v>1.34771867873132E-3</c:v>
                </c:pt>
                <c:pt idx="747">
                  <c:v>1.33720405926067E-3</c:v>
                </c:pt>
                <c:pt idx="748">
                  <c:v>1.3336638471244499E-3</c:v>
                </c:pt>
                <c:pt idx="749">
                  <c:v>1.3336443917506601E-3</c:v>
                </c:pt>
                <c:pt idx="750">
                  <c:v>1.33046354137235E-3</c:v>
                </c:pt>
                <c:pt idx="751">
                  <c:v>1.3166954071465601E-3</c:v>
                </c:pt>
                <c:pt idx="752">
                  <c:v>1.31574900619267E-3</c:v>
                </c:pt>
                <c:pt idx="753">
                  <c:v>1.31251362737073E-3</c:v>
                </c:pt>
                <c:pt idx="754">
                  <c:v>1.3032923618672299E-3</c:v>
                </c:pt>
                <c:pt idx="755">
                  <c:v>1.3000363350177699E-3</c:v>
                </c:pt>
                <c:pt idx="756">
                  <c:v>1.2950686252430101E-3</c:v>
                </c:pt>
                <c:pt idx="757">
                  <c:v>1.2921966224853001E-3</c:v>
                </c:pt>
                <c:pt idx="758">
                  <c:v>1.29080655914307E-3</c:v>
                </c:pt>
                <c:pt idx="759">
                  <c:v>1.28648962344793E-3</c:v>
                </c:pt>
                <c:pt idx="760">
                  <c:v>1.2769833465373201E-3</c:v>
                </c:pt>
                <c:pt idx="761">
                  <c:v>1.27555677046145E-3</c:v>
                </c:pt>
                <c:pt idx="762">
                  <c:v>1.27374784692901E-3</c:v>
                </c:pt>
                <c:pt idx="763">
                  <c:v>1.25569689070292E-3</c:v>
                </c:pt>
                <c:pt idx="764">
                  <c:v>1.25290652595401E-3</c:v>
                </c:pt>
                <c:pt idx="765">
                  <c:v>1.2501032903608599E-3</c:v>
                </c:pt>
                <c:pt idx="766">
                  <c:v>1.24460088094709E-3</c:v>
                </c:pt>
                <c:pt idx="767">
                  <c:v>1.23034610357273E-3</c:v>
                </c:pt>
                <c:pt idx="768">
                  <c:v>1.2273301322889101E-3</c:v>
                </c:pt>
                <c:pt idx="769">
                  <c:v>1.22633654769533E-3</c:v>
                </c:pt>
                <c:pt idx="770">
                  <c:v>1.2227855696946401E-3</c:v>
                </c:pt>
                <c:pt idx="771">
                  <c:v>1.22069672821496E-3</c:v>
                </c:pt>
                <c:pt idx="772">
                  <c:v>1.2101859573332499E-3</c:v>
                </c:pt>
                <c:pt idx="773">
                  <c:v>1.2016491652012201E-3</c:v>
                </c:pt>
                <c:pt idx="774">
                  <c:v>1.1897609644274899E-3</c:v>
                </c:pt>
                <c:pt idx="775">
                  <c:v>1.1775332742458701E-3</c:v>
                </c:pt>
                <c:pt idx="776">
                  <c:v>1.1734114512528401E-3</c:v>
                </c:pt>
                <c:pt idx="777">
                  <c:v>1.17084756323779E-3</c:v>
                </c:pt>
                <c:pt idx="778">
                  <c:v>1.1677005376110601E-3</c:v>
                </c:pt>
                <c:pt idx="779">
                  <c:v>1.16218012591564E-3</c:v>
                </c:pt>
                <c:pt idx="780">
                  <c:v>1.16051387400544E-3</c:v>
                </c:pt>
                <c:pt idx="781">
                  <c:v>1.13776405520456E-3</c:v>
                </c:pt>
                <c:pt idx="782">
                  <c:v>1.1263775123400101E-3</c:v>
                </c:pt>
                <c:pt idx="783">
                  <c:v>1.11767651637148E-3</c:v>
                </c:pt>
                <c:pt idx="784">
                  <c:v>1.1167955692443501E-3</c:v>
                </c:pt>
                <c:pt idx="785">
                  <c:v>1.1076358426958699E-3</c:v>
                </c:pt>
                <c:pt idx="786">
                  <c:v>1.1073905312822499E-3</c:v>
                </c:pt>
                <c:pt idx="787">
                  <c:v>1.10112319286707E-3</c:v>
                </c:pt>
                <c:pt idx="788">
                  <c:v>1.0984379081228799E-3</c:v>
                </c:pt>
                <c:pt idx="789">
                  <c:v>1.09402719947762E-3</c:v>
                </c:pt>
                <c:pt idx="790">
                  <c:v>1.0879239039261E-3</c:v>
                </c:pt>
                <c:pt idx="791">
                  <c:v>1.08177651802777E-3</c:v>
                </c:pt>
                <c:pt idx="792">
                  <c:v>1.0786996247215499E-3</c:v>
                </c:pt>
                <c:pt idx="793">
                  <c:v>1.07398117715475E-3</c:v>
                </c:pt>
                <c:pt idx="794">
                  <c:v>1.07205145233846E-3</c:v>
                </c:pt>
                <c:pt idx="795">
                  <c:v>1.07169198068307E-3</c:v>
                </c:pt>
                <c:pt idx="796">
                  <c:v>1.07069885094917E-3</c:v>
                </c:pt>
                <c:pt idx="797">
                  <c:v>1.0600303493111399E-3</c:v>
                </c:pt>
                <c:pt idx="798">
                  <c:v>1.05922399053069E-3</c:v>
                </c:pt>
                <c:pt idx="799">
                  <c:v>1.05184913851007E-3</c:v>
                </c:pt>
                <c:pt idx="800">
                  <c:v>1.04691098127531E-3</c:v>
                </c:pt>
                <c:pt idx="801">
                  <c:v>1.04606725525892E-3</c:v>
                </c:pt>
                <c:pt idx="802">
                  <c:v>1.0343461163660099E-3</c:v>
                </c:pt>
                <c:pt idx="803">
                  <c:v>1.0296462806752601E-3</c:v>
                </c:pt>
                <c:pt idx="804">
                  <c:v>1.02952246391221E-3</c:v>
                </c:pt>
                <c:pt idx="805">
                  <c:v>1.0273257724001E-3</c:v>
                </c:pt>
                <c:pt idx="806">
                  <c:v>1.02025667862207E-3</c:v>
                </c:pt>
                <c:pt idx="807">
                  <c:v>1.01252773148285E-3</c:v>
                </c:pt>
                <c:pt idx="808">
                  <c:v>1.00887269875643E-3</c:v>
                </c:pt>
                <c:pt idx="809">
                  <c:v>1.00358444210486E-3</c:v>
                </c:pt>
                <c:pt idx="810">
                  <c:v>9.93497179146492E-4</c:v>
                </c:pt>
                <c:pt idx="811">
                  <c:v>9.9304260373179803E-4</c:v>
                </c:pt>
                <c:pt idx="812">
                  <c:v>9.8950968376824598E-4</c:v>
                </c:pt>
                <c:pt idx="813">
                  <c:v>9.8741420286528603E-4</c:v>
                </c:pt>
                <c:pt idx="814">
                  <c:v>9.8563282748656295E-4</c:v>
                </c:pt>
                <c:pt idx="815">
                  <c:v>9.7998104871184293E-4</c:v>
                </c:pt>
                <c:pt idx="816">
                  <c:v>9.7610434320326495E-4</c:v>
                </c:pt>
                <c:pt idx="817">
                  <c:v>9.6628706830042101E-4</c:v>
                </c:pt>
                <c:pt idx="818">
                  <c:v>9.6427255815299102E-4</c:v>
                </c:pt>
                <c:pt idx="819">
                  <c:v>9.5498287483021201E-4</c:v>
                </c:pt>
                <c:pt idx="820">
                  <c:v>9.5317938356355696E-4</c:v>
                </c:pt>
                <c:pt idx="821">
                  <c:v>9.4262890888054498E-4</c:v>
                </c:pt>
                <c:pt idx="822">
                  <c:v>9.4182617066266997E-4</c:v>
                </c:pt>
                <c:pt idx="823">
                  <c:v>9.3727482207365197E-4</c:v>
                </c:pt>
                <c:pt idx="824">
                  <c:v>9.3513614272408303E-4</c:v>
                </c:pt>
                <c:pt idx="825">
                  <c:v>9.2986359445263399E-4</c:v>
                </c:pt>
                <c:pt idx="826">
                  <c:v>9.2820292462560095E-4</c:v>
                </c:pt>
                <c:pt idx="827">
                  <c:v>9.26269756269863E-4</c:v>
                </c:pt>
                <c:pt idx="828">
                  <c:v>9.2058720763336498E-4</c:v>
                </c:pt>
                <c:pt idx="829">
                  <c:v>9.0726784320286605E-4</c:v>
                </c:pt>
                <c:pt idx="830">
                  <c:v>9.0082004370259697E-4</c:v>
                </c:pt>
                <c:pt idx="831">
                  <c:v>9.0071663964864099E-4</c:v>
                </c:pt>
                <c:pt idx="832">
                  <c:v>8.9656497302908805E-4</c:v>
                </c:pt>
                <c:pt idx="833">
                  <c:v>8.9493478067250896E-4</c:v>
                </c:pt>
                <c:pt idx="834">
                  <c:v>8.9043049127861295E-4</c:v>
                </c:pt>
                <c:pt idx="835">
                  <c:v>8.8940151218242002E-4</c:v>
                </c:pt>
                <c:pt idx="836">
                  <c:v>8.84680772852235E-4</c:v>
                </c:pt>
                <c:pt idx="837">
                  <c:v>8.6385122116843698E-4</c:v>
                </c:pt>
                <c:pt idx="838">
                  <c:v>8.6095653232845699E-4</c:v>
                </c:pt>
                <c:pt idx="839">
                  <c:v>8.5183109349948902E-4</c:v>
                </c:pt>
                <c:pt idx="840">
                  <c:v>8.4900292709876003E-4</c:v>
                </c:pt>
                <c:pt idx="841">
                  <c:v>8.3098708792479401E-4</c:v>
                </c:pt>
                <c:pt idx="842">
                  <c:v>8.2904166059583496E-4</c:v>
                </c:pt>
                <c:pt idx="843">
                  <c:v>8.2720309822227102E-4</c:v>
                </c:pt>
                <c:pt idx="844">
                  <c:v>8.2629842319151704E-4</c:v>
                </c:pt>
                <c:pt idx="845">
                  <c:v>8.2242212282519897E-4</c:v>
                </c:pt>
                <c:pt idx="846">
                  <c:v>8.20662476527512E-4</c:v>
                </c:pt>
                <c:pt idx="847">
                  <c:v>8.1832690240016704E-4</c:v>
                </c:pt>
                <c:pt idx="848">
                  <c:v>8.1700734563985703E-4</c:v>
                </c:pt>
                <c:pt idx="849">
                  <c:v>8.0978885573430002E-4</c:v>
                </c:pt>
                <c:pt idx="850">
                  <c:v>8.0054290286809898E-4</c:v>
                </c:pt>
                <c:pt idx="851">
                  <c:v>7.9902415213399601E-4</c:v>
                </c:pt>
                <c:pt idx="852">
                  <c:v>7.9153774342728505E-4</c:v>
                </c:pt>
                <c:pt idx="853">
                  <c:v>7.8428998724545495E-4</c:v>
                </c:pt>
                <c:pt idx="854">
                  <c:v>7.8354971294476402E-4</c:v>
                </c:pt>
                <c:pt idx="855">
                  <c:v>7.7629378490678698E-4</c:v>
                </c:pt>
                <c:pt idx="856">
                  <c:v>7.66306916338876E-4</c:v>
                </c:pt>
                <c:pt idx="857">
                  <c:v>7.5526550830819401E-4</c:v>
                </c:pt>
                <c:pt idx="858">
                  <c:v>7.5264599856776605E-4</c:v>
                </c:pt>
                <c:pt idx="859">
                  <c:v>7.4739971856589704E-4</c:v>
                </c:pt>
                <c:pt idx="860">
                  <c:v>7.47356519650162E-4</c:v>
                </c:pt>
                <c:pt idx="861">
                  <c:v>7.4723150605798003E-4</c:v>
                </c:pt>
                <c:pt idx="862">
                  <c:v>7.4035437214396997E-4</c:v>
                </c:pt>
                <c:pt idx="863">
                  <c:v>7.3541874660025997E-4</c:v>
                </c:pt>
                <c:pt idx="864">
                  <c:v>7.29766769826412E-4</c:v>
                </c:pt>
                <c:pt idx="865">
                  <c:v>7.2665840503705601E-4</c:v>
                </c:pt>
                <c:pt idx="866">
                  <c:v>7.2367613090316995E-4</c:v>
                </c:pt>
                <c:pt idx="867">
                  <c:v>7.2134688694226701E-4</c:v>
                </c:pt>
                <c:pt idx="868">
                  <c:v>7.1532144898790804E-4</c:v>
                </c:pt>
                <c:pt idx="869">
                  <c:v>7.13811404843314E-4</c:v>
                </c:pt>
                <c:pt idx="870">
                  <c:v>7.0906362226420296E-4</c:v>
                </c:pt>
                <c:pt idx="871">
                  <c:v>7.0902387076319801E-4</c:v>
                </c:pt>
                <c:pt idx="872">
                  <c:v>6.9941606456537205E-4</c:v>
                </c:pt>
                <c:pt idx="873">
                  <c:v>6.9277071261092404E-4</c:v>
                </c:pt>
                <c:pt idx="874">
                  <c:v>6.8689442736136002E-4</c:v>
                </c:pt>
                <c:pt idx="875">
                  <c:v>6.8500996465827599E-4</c:v>
                </c:pt>
                <c:pt idx="876">
                  <c:v>6.7898027781227604E-4</c:v>
                </c:pt>
                <c:pt idx="877">
                  <c:v>6.7414335404769599E-4</c:v>
                </c:pt>
                <c:pt idx="878">
                  <c:v>6.73211619281144E-4</c:v>
                </c:pt>
                <c:pt idx="879">
                  <c:v>6.5845101467015301E-4</c:v>
                </c:pt>
                <c:pt idx="880">
                  <c:v>6.4966398555137801E-4</c:v>
                </c:pt>
                <c:pt idx="881">
                  <c:v>6.4870264105323905E-4</c:v>
                </c:pt>
                <c:pt idx="882">
                  <c:v>6.4264127239954596E-4</c:v>
                </c:pt>
                <c:pt idx="883">
                  <c:v>6.3478814772257295E-4</c:v>
                </c:pt>
                <c:pt idx="884">
                  <c:v>6.2892579802948604E-4</c:v>
                </c:pt>
                <c:pt idx="885">
                  <c:v>6.1880297242645501E-4</c:v>
                </c:pt>
                <c:pt idx="886">
                  <c:v>6.1194723524695901E-4</c:v>
                </c:pt>
                <c:pt idx="887">
                  <c:v>6.0519692486844399E-4</c:v>
                </c:pt>
                <c:pt idx="888">
                  <c:v>6.0451275385546999E-4</c:v>
                </c:pt>
                <c:pt idx="889">
                  <c:v>5.9992991329130296E-4</c:v>
                </c:pt>
                <c:pt idx="890">
                  <c:v>5.9924267503896401E-4</c:v>
                </c:pt>
                <c:pt idx="891">
                  <c:v>5.9814566395920295E-4</c:v>
                </c:pt>
                <c:pt idx="892">
                  <c:v>5.9764645555703195E-4</c:v>
                </c:pt>
                <c:pt idx="893">
                  <c:v>5.89232531688574E-4</c:v>
                </c:pt>
                <c:pt idx="894">
                  <c:v>5.8628063391634704E-4</c:v>
                </c:pt>
                <c:pt idx="895">
                  <c:v>5.8231679552309698E-4</c:v>
                </c:pt>
                <c:pt idx="896">
                  <c:v>5.7932313822765097E-4</c:v>
                </c:pt>
                <c:pt idx="897">
                  <c:v>5.7031499343835799E-4</c:v>
                </c:pt>
                <c:pt idx="898">
                  <c:v>5.6923569479914798E-4</c:v>
                </c:pt>
                <c:pt idx="899">
                  <c:v>5.5801196674735499E-4</c:v>
                </c:pt>
                <c:pt idx="900">
                  <c:v>5.5480394551737E-4</c:v>
                </c:pt>
                <c:pt idx="901">
                  <c:v>5.5413889067010898E-4</c:v>
                </c:pt>
                <c:pt idx="902">
                  <c:v>5.5383385549596497E-4</c:v>
                </c:pt>
                <c:pt idx="903">
                  <c:v>5.5252714152680604E-4</c:v>
                </c:pt>
                <c:pt idx="904">
                  <c:v>5.5138032404750299E-4</c:v>
                </c:pt>
                <c:pt idx="905">
                  <c:v>5.4967472839111305E-4</c:v>
                </c:pt>
                <c:pt idx="906">
                  <c:v>5.4692091137229805E-4</c:v>
                </c:pt>
                <c:pt idx="907">
                  <c:v>5.4529385748045001E-4</c:v>
                </c:pt>
                <c:pt idx="908">
                  <c:v>5.4105603237020498E-4</c:v>
                </c:pt>
                <c:pt idx="909">
                  <c:v>5.3829414598983896E-4</c:v>
                </c:pt>
                <c:pt idx="910">
                  <c:v>5.3770742877815795E-4</c:v>
                </c:pt>
                <c:pt idx="911">
                  <c:v>5.3653542545440498E-4</c:v>
                </c:pt>
                <c:pt idx="912">
                  <c:v>5.3130121443756002E-4</c:v>
                </c:pt>
                <c:pt idx="913">
                  <c:v>5.2841446310588898E-4</c:v>
                </c:pt>
                <c:pt idx="914">
                  <c:v>5.2412646358598696E-4</c:v>
                </c:pt>
                <c:pt idx="915">
                  <c:v>5.2288329958599699E-4</c:v>
                </c:pt>
                <c:pt idx="916">
                  <c:v>5.2013984651002698E-4</c:v>
                </c:pt>
                <c:pt idx="917">
                  <c:v>5.1864931688352001E-4</c:v>
                </c:pt>
                <c:pt idx="918">
                  <c:v>5.1751475131930902E-4</c:v>
                </c:pt>
                <c:pt idx="919">
                  <c:v>5.13701463256674E-4</c:v>
                </c:pt>
                <c:pt idx="920">
                  <c:v>5.1312503877454804E-4</c:v>
                </c:pt>
                <c:pt idx="921">
                  <c:v>5.1129400451439496E-4</c:v>
                </c:pt>
                <c:pt idx="922">
                  <c:v>5.0938514424425402E-4</c:v>
                </c:pt>
                <c:pt idx="923">
                  <c:v>5.0289583357107301E-4</c:v>
                </c:pt>
                <c:pt idx="924">
                  <c:v>5.0008877575879801E-4</c:v>
                </c:pt>
                <c:pt idx="925">
                  <c:v>4.95973698651342E-4</c:v>
                </c:pt>
                <c:pt idx="926">
                  <c:v>4.9160206241456099E-4</c:v>
                </c:pt>
                <c:pt idx="927">
                  <c:v>4.9158657494170895E-4</c:v>
                </c:pt>
                <c:pt idx="928">
                  <c:v>4.7784497334675302E-4</c:v>
                </c:pt>
                <c:pt idx="929">
                  <c:v>4.7649926278520198E-4</c:v>
                </c:pt>
                <c:pt idx="930">
                  <c:v>4.7532455224146198E-4</c:v>
                </c:pt>
                <c:pt idx="931">
                  <c:v>4.7219854314044501E-4</c:v>
                </c:pt>
                <c:pt idx="932">
                  <c:v>4.7148470182841102E-4</c:v>
                </c:pt>
                <c:pt idx="933">
                  <c:v>4.68957834833243E-4</c:v>
                </c:pt>
                <c:pt idx="934">
                  <c:v>4.6555354647324199E-4</c:v>
                </c:pt>
                <c:pt idx="935">
                  <c:v>4.6447563883831802E-4</c:v>
                </c:pt>
                <c:pt idx="936">
                  <c:v>4.6235122699110002E-4</c:v>
                </c:pt>
                <c:pt idx="937">
                  <c:v>4.6132228668434202E-4</c:v>
                </c:pt>
                <c:pt idx="938">
                  <c:v>4.6066787454388902E-4</c:v>
                </c:pt>
                <c:pt idx="939">
                  <c:v>4.5351139182856599E-4</c:v>
                </c:pt>
                <c:pt idx="940">
                  <c:v>4.52727106244769E-4</c:v>
                </c:pt>
                <c:pt idx="941">
                  <c:v>4.50055948244256E-4</c:v>
                </c:pt>
                <c:pt idx="942">
                  <c:v>4.3574770658679E-4</c:v>
                </c:pt>
                <c:pt idx="943">
                  <c:v>4.3475510376709501E-4</c:v>
                </c:pt>
                <c:pt idx="944">
                  <c:v>4.28496898558093E-4</c:v>
                </c:pt>
                <c:pt idx="945">
                  <c:v>4.2523610742145E-4</c:v>
                </c:pt>
                <c:pt idx="946">
                  <c:v>4.2150231467212102E-4</c:v>
                </c:pt>
                <c:pt idx="947">
                  <c:v>4.2080576352492298E-4</c:v>
                </c:pt>
                <c:pt idx="948">
                  <c:v>4.16281519428574E-4</c:v>
                </c:pt>
                <c:pt idx="949">
                  <c:v>4.15768127471511E-4</c:v>
                </c:pt>
                <c:pt idx="950">
                  <c:v>4.0833353613851302E-4</c:v>
                </c:pt>
                <c:pt idx="951">
                  <c:v>4.0005221700425801E-4</c:v>
                </c:pt>
                <c:pt idx="952">
                  <c:v>3.9951513352536299E-4</c:v>
                </c:pt>
                <c:pt idx="953">
                  <c:v>3.9466904478113897E-4</c:v>
                </c:pt>
                <c:pt idx="954">
                  <c:v>3.9295650855746098E-4</c:v>
                </c:pt>
                <c:pt idx="955">
                  <c:v>3.89946894373794E-4</c:v>
                </c:pt>
                <c:pt idx="956">
                  <c:v>3.8658051224697197E-4</c:v>
                </c:pt>
                <c:pt idx="957">
                  <c:v>3.7133558131536198E-4</c:v>
                </c:pt>
                <c:pt idx="958">
                  <c:v>3.71213009035245E-4</c:v>
                </c:pt>
                <c:pt idx="959">
                  <c:v>3.7086321607883102E-4</c:v>
                </c:pt>
                <c:pt idx="960">
                  <c:v>3.7019095416680498E-4</c:v>
                </c:pt>
                <c:pt idx="961">
                  <c:v>3.5155276793037102E-4</c:v>
                </c:pt>
                <c:pt idx="962">
                  <c:v>3.48502336315532E-4</c:v>
                </c:pt>
                <c:pt idx="963">
                  <c:v>3.4549531994216301E-4</c:v>
                </c:pt>
                <c:pt idx="964">
                  <c:v>3.3857030828488498E-4</c:v>
                </c:pt>
                <c:pt idx="965">
                  <c:v>3.29865760331724E-4</c:v>
                </c:pt>
                <c:pt idx="966">
                  <c:v>3.2928312025459099E-4</c:v>
                </c:pt>
                <c:pt idx="967">
                  <c:v>3.1804178985286597E-4</c:v>
                </c:pt>
                <c:pt idx="968">
                  <c:v>3.1617497278751798E-4</c:v>
                </c:pt>
                <c:pt idx="969">
                  <c:v>3.1387464725470801E-4</c:v>
                </c:pt>
                <c:pt idx="970">
                  <c:v>2.9990866689677401E-4</c:v>
                </c:pt>
                <c:pt idx="971">
                  <c:v>2.7294502283105299E-4</c:v>
                </c:pt>
                <c:pt idx="972">
                  <c:v>2.7255756278278802E-4</c:v>
                </c:pt>
                <c:pt idx="973">
                  <c:v>2.7082324510600099E-4</c:v>
                </c:pt>
                <c:pt idx="974">
                  <c:v>2.68004454889744E-4</c:v>
                </c:pt>
                <c:pt idx="975">
                  <c:v>2.6313416348710801E-4</c:v>
                </c:pt>
                <c:pt idx="976">
                  <c:v>2.5992888452248101E-4</c:v>
                </c:pt>
                <c:pt idx="977">
                  <c:v>2.5748995061183801E-4</c:v>
                </c:pt>
                <c:pt idx="978">
                  <c:v>2.5266434483739501E-4</c:v>
                </c:pt>
                <c:pt idx="979">
                  <c:v>2.4816274166882403E-4</c:v>
                </c:pt>
                <c:pt idx="980">
                  <c:v>2.4365224095831099E-4</c:v>
                </c:pt>
                <c:pt idx="981">
                  <c:v>2.3609627571147E-4</c:v>
                </c:pt>
                <c:pt idx="982">
                  <c:v>2.35281151182056E-4</c:v>
                </c:pt>
                <c:pt idx="983">
                  <c:v>2.3080010420816101E-4</c:v>
                </c:pt>
                <c:pt idx="984">
                  <c:v>2.30134559923542E-4</c:v>
                </c:pt>
                <c:pt idx="985">
                  <c:v>2.1675083956418899E-4</c:v>
                </c:pt>
                <c:pt idx="986">
                  <c:v>2.1076588849184601E-4</c:v>
                </c:pt>
                <c:pt idx="987">
                  <c:v>2.0695094276092799E-4</c:v>
                </c:pt>
                <c:pt idx="988">
                  <c:v>2.0407196912436101E-4</c:v>
                </c:pt>
                <c:pt idx="989">
                  <c:v>2.03027614502289E-4</c:v>
                </c:pt>
                <c:pt idx="990">
                  <c:v>1.9890784962990399E-4</c:v>
                </c:pt>
                <c:pt idx="991">
                  <c:v>1.8612913400970399E-4</c:v>
                </c:pt>
                <c:pt idx="992">
                  <c:v>1.6412004827123301E-4</c:v>
                </c:pt>
                <c:pt idx="993">
                  <c:v>1.5082793640635699E-4</c:v>
                </c:pt>
                <c:pt idx="994">
                  <c:v>1.4637617781934799E-4</c:v>
                </c:pt>
                <c:pt idx="995">
                  <c:v>1.4462571679353201E-4</c:v>
                </c:pt>
                <c:pt idx="996">
                  <c:v>1.4412992634068301E-4</c:v>
                </c:pt>
                <c:pt idx="997">
                  <c:v>1.4370556003952801E-4</c:v>
                </c:pt>
                <c:pt idx="998">
                  <c:v>1.4060242916032401E-4</c:v>
                </c:pt>
                <c:pt idx="999">
                  <c:v>1.33643143110431E-4</c:v>
                </c:pt>
                <c:pt idx="1000">
                  <c:v>1.1493347942907599E-4</c:v>
                </c:pt>
                <c:pt idx="1001">
                  <c:v>1.12275055254972E-4</c:v>
                </c:pt>
                <c:pt idx="1002">
                  <c:v>1.1166197714315099E-4</c:v>
                </c:pt>
                <c:pt idx="1003">
                  <c:v>1.07096063682347E-4</c:v>
                </c:pt>
                <c:pt idx="1004">
                  <c:v>1.05535820861574E-4</c:v>
                </c:pt>
                <c:pt idx="1005">
                  <c:v>1.0390116476745101E-4</c:v>
                </c:pt>
                <c:pt idx="1006" formatCode="0.00E+00">
                  <c:v>9.2837835159204901E-5</c:v>
                </c:pt>
                <c:pt idx="1007" formatCode="0.00E+00">
                  <c:v>9.2251577511849196E-5</c:v>
                </c:pt>
                <c:pt idx="1008" formatCode="0.00E+00">
                  <c:v>7.2935677224722595E-5</c:v>
                </c:pt>
                <c:pt idx="1009" formatCode="0.00E+00">
                  <c:v>5.4094720247575103E-5</c:v>
                </c:pt>
                <c:pt idx="1010" formatCode="0.00E+00">
                  <c:v>5.29533647077041E-5</c:v>
                </c:pt>
                <c:pt idx="1011" formatCode="0.00E+00">
                  <c:v>5.0981813824853697E-5</c:v>
                </c:pt>
                <c:pt idx="1012" formatCode="0.00E+00">
                  <c:v>4.9440650759623402E-5</c:v>
                </c:pt>
                <c:pt idx="1013" formatCode="0.00E+00">
                  <c:v>4.1727691022693401E-5</c:v>
                </c:pt>
                <c:pt idx="1014" formatCode="0.00E+00">
                  <c:v>3.5103792845080603E-5</c:v>
                </c:pt>
                <c:pt idx="1015" formatCode="0.00E+00">
                  <c:v>3.3474545949784497E-5</c:v>
                </c:pt>
                <c:pt idx="1016" formatCode="0.00E+00">
                  <c:v>3.1763889098007098E-5</c:v>
                </c:pt>
                <c:pt idx="1017" formatCode="0.00E+00">
                  <c:v>2.7889157789107599E-5</c:v>
                </c:pt>
                <c:pt idx="1018" formatCode="0.00E+00">
                  <c:v>2.4835619375781802E-5</c:v>
                </c:pt>
                <c:pt idx="1019" formatCode="0.00E+00">
                  <c:v>2.0281278913810899E-5</c:v>
                </c:pt>
                <c:pt idx="1020" formatCode="0.00E+00">
                  <c:v>1.6028563623395398E-5</c:v>
                </c:pt>
                <c:pt idx="1021" formatCode="0.00E+00">
                  <c:v>1.52585245665534E-5</c:v>
                </c:pt>
                <c:pt idx="1022" formatCode="0.00E+00">
                  <c:v>5.2607583256601699E-7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Sheet3!$C$1</c:f>
              <c:strCache>
                <c:ptCount val="1"/>
                <c:pt idx="0">
                  <c:v>OMP</c:v>
                </c:pt>
              </c:strCache>
            </c:strRef>
          </c:tx>
          <c:marker>
            <c:symbol val="none"/>
          </c:marker>
          <c:xVal>
            <c:numRef>
              <c:f>Sheet3!$A$2:$A$1024</c:f>
              <c:numCache>
                <c:formatCode>General</c:formatCode>
                <c:ptCount val="1023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  <c:pt idx="228">
                  <c:v>229</c:v>
                </c:pt>
                <c:pt idx="229">
                  <c:v>230</c:v>
                </c:pt>
                <c:pt idx="230">
                  <c:v>231</c:v>
                </c:pt>
                <c:pt idx="231">
                  <c:v>232</c:v>
                </c:pt>
                <c:pt idx="232">
                  <c:v>233</c:v>
                </c:pt>
                <c:pt idx="233">
                  <c:v>234</c:v>
                </c:pt>
                <c:pt idx="234">
                  <c:v>235</c:v>
                </c:pt>
                <c:pt idx="235">
                  <c:v>236</c:v>
                </c:pt>
                <c:pt idx="236">
                  <c:v>237</c:v>
                </c:pt>
                <c:pt idx="237">
                  <c:v>238</c:v>
                </c:pt>
                <c:pt idx="238">
                  <c:v>239</c:v>
                </c:pt>
                <c:pt idx="239">
                  <c:v>240</c:v>
                </c:pt>
                <c:pt idx="240">
                  <c:v>241</c:v>
                </c:pt>
                <c:pt idx="241">
                  <c:v>242</c:v>
                </c:pt>
                <c:pt idx="242">
                  <c:v>243</c:v>
                </c:pt>
                <c:pt idx="243">
                  <c:v>244</c:v>
                </c:pt>
                <c:pt idx="244">
                  <c:v>245</c:v>
                </c:pt>
                <c:pt idx="245">
                  <c:v>246</c:v>
                </c:pt>
                <c:pt idx="246">
                  <c:v>247</c:v>
                </c:pt>
                <c:pt idx="247">
                  <c:v>248</c:v>
                </c:pt>
                <c:pt idx="248">
                  <c:v>249</c:v>
                </c:pt>
                <c:pt idx="249">
                  <c:v>250</c:v>
                </c:pt>
                <c:pt idx="250">
                  <c:v>251</c:v>
                </c:pt>
                <c:pt idx="251">
                  <c:v>252</c:v>
                </c:pt>
                <c:pt idx="252">
                  <c:v>253</c:v>
                </c:pt>
                <c:pt idx="253">
                  <c:v>254</c:v>
                </c:pt>
                <c:pt idx="254">
                  <c:v>255</c:v>
                </c:pt>
                <c:pt idx="255">
                  <c:v>256</c:v>
                </c:pt>
                <c:pt idx="256">
                  <c:v>257</c:v>
                </c:pt>
                <c:pt idx="257">
                  <c:v>258</c:v>
                </c:pt>
                <c:pt idx="258">
                  <c:v>259</c:v>
                </c:pt>
                <c:pt idx="259">
                  <c:v>260</c:v>
                </c:pt>
                <c:pt idx="260">
                  <c:v>261</c:v>
                </c:pt>
                <c:pt idx="261">
                  <c:v>262</c:v>
                </c:pt>
                <c:pt idx="262">
                  <c:v>263</c:v>
                </c:pt>
                <c:pt idx="263">
                  <c:v>264</c:v>
                </c:pt>
                <c:pt idx="264">
                  <c:v>265</c:v>
                </c:pt>
                <c:pt idx="265">
                  <c:v>266</c:v>
                </c:pt>
                <c:pt idx="266">
                  <c:v>267</c:v>
                </c:pt>
                <c:pt idx="267">
                  <c:v>268</c:v>
                </c:pt>
                <c:pt idx="268">
                  <c:v>269</c:v>
                </c:pt>
                <c:pt idx="269">
                  <c:v>270</c:v>
                </c:pt>
                <c:pt idx="270">
                  <c:v>271</c:v>
                </c:pt>
                <c:pt idx="271">
                  <c:v>272</c:v>
                </c:pt>
                <c:pt idx="272">
                  <c:v>273</c:v>
                </c:pt>
                <c:pt idx="273">
                  <c:v>274</c:v>
                </c:pt>
                <c:pt idx="274">
                  <c:v>275</c:v>
                </c:pt>
                <c:pt idx="275">
                  <c:v>276</c:v>
                </c:pt>
                <c:pt idx="276">
                  <c:v>277</c:v>
                </c:pt>
                <c:pt idx="277">
                  <c:v>278</c:v>
                </c:pt>
                <c:pt idx="278">
                  <c:v>279</c:v>
                </c:pt>
                <c:pt idx="279">
                  <c:v>280</c:v>
                </c:pt>
                <c:pt idx="280">
                  <c:v>281</c:v>
                </c:pt>
                <c:pt idx="281">
                  <c:v>282</c:v>
                </c:pt>
                <c:pt idx="282">
                  <c:v>283</c:v>
                </c:pt>
                <c:pt idx="283">
                  <c:v>284</c:v>
                </c:pt>
                <c:pt idx="284">
                  <c:v>285</c:v>
                </c:pt>
                <c:pt idx="285">
                  <c:v>286</c:v>
                </c:pt>
                <c:pt idx="286">
                  <c:v>287</c:v>
                </c:pt>
                <c:pt idx="287">
                  <c:v>288</c:v>
                </c:pt>
                <c:pt idx="288">
                  <c:v>289</c:v>
                </c:pt>
                <c:pt idx="289">
                  <c:v>290</c:v>
                </c:pt>
                <c:pt idx="290">
                  <c:v>291</c:v>
                </c:pt>
                <c:pt idx="291">
                  <c:v>292</c:v>
                </c:pt>
                <c:pt idx="292">
                  <c:v>293</c:v>
                </c:pt>
                <c:pt idx="293">
                  <c:v>294</c:v>
                </c:pt>
                <c:pt idx="294">
                  <c:v>295</c:v>
                </c:pt>
                <c:pt idx="295">
                  <c:v>296</c:v>
                </c:pt>
                <c:pt idx="296">
                  <c:v>297</c:v>
                </c:pt>
                <c:pt idx="297">
                  <c:v>298</c:v>
                </c:pt>
                <c:pt idx="298">
                  <c:v>299</c:v>
                </c:pt>
                <c:pt idx="299">
                  <c:v>300</c:v>
                </c:pt>
                <c:pt idx="300">
                  <c:v>301</c:v>
                </c:pt>
                <c:pt idx="301">
                  <c:v>302</c:v>
                </c:pt>
                <c:pt idx="302">
                  <c:v>303</c:v>
                </c:pt>
                <c:pt idx="303">
                  <c:v>304</c:v>
                </c:pt>
                <c:pt idx="304">
                  <c:v>305</c:v>
                </c:pt>
                <c:pt idx="305">
                  <c:v>306</c:v>
                </c:pt>
                <c:pt idx="306">
                  <c:v>307</c:v>
                </c:pt>
                <c:pt idx="307">
                  <c:v>308</c:v>
                </c:pt>
                <c:pt idx="308">
                  <c:v>309</c:v>
                </c:pt>
                <c:pt idx="309">
                  <c:v>310</c:v>
                </c:pt>
                <c:pt idx="310">
                  <c:v>311</c:v>
                </c:pt>
                <c:pt idx="311">
                  <c:v>312</c:v>
                </c:pt>
                <c:pt idx="312">
                  <c:v>313</c:v>
                </c:pt>
                <c:pt idx="313">
                  <c:v>314</c:v>
                </c:pt>
                <c:pt idx="314">
                  <c:v>315</c:v>
                </c:pt>
                <c:pt idx="315">
                  <c:v>316</c:v>
                </c:pt>
                <c:pt idx="316">
                  <c:v>317</c:v>
                </c:pt>
                <c:pt idx="317">
                  <c:v>318</c:v>
                </c:pt>
                <c:pt idx="318">
                  <c:v>319</c:v>
                </c:pt>
                <c:pt idx="319">
                  <c:v>320</c:v>
                </c:pt>
                <c:pt idx="320">
                  <c:v>321</c:v>
                </c:pt>
                <c:pt idx="321">
                  <c:v>322</c:v>
                </c:pt>
                <c:pt idx="322">
                  <c:v>323</c:v>
                </c:pt>
                <c:pt idx="323">
                  <c:v>324</c:v>
                </c:pt>
                <c:pt idx="324">
                  <c:v>325</c:v>
                </c:pt>
                <c:pt idx="325">
                  <c:v>326</c:v>
                </c:pt>
                <c:pt idx="326">
                  <c:v>327</c:v>
                </c:pt>
                <c:pt idx="327">
                  <c:v>328</c:v>
                </c:pt>
                <c:pt idx="328">
                  <c:v>329</c:v>
                </c:pt>
                <c:pt idx="329">
                  <c:v>330</c:v>
                </c:pt>
                <c:pt idx="330">
                  <c:v>331</c:v>
                </c:pt>
                <c:pt idx="331">
                  <c:v>332</c:v>
                </c:pt>
                <c:pt idx="332">
                  <c:v>333</c:v>
                </c:pt>
                <c:pt idx="333">
                  <c:v>334</c:v>
                </c:pt>
                <c:pt idx="334">
                  <c:v>335</c:v>
                </c:pt>
                <c:pt idx="335">
                  <c:v>336</c:v>
                </c:pt>
                <c:pt idx="336">
                  <c:v>337</c:v>
                </c:pt>
                <c:pt idx="337">
                  <c:v>338</c:v>
                </c:pt>
                <c:pt idx="338">
                  <c:v>339</c:v>
                </c:pt>
                <c:pt idx="339">
                  <c:v>340</c:v>
                </c:pt>
                <c:pt idx="340">
                  <c:v>341</c:v>
                </c:pt>
                <c:pt idx="341">
                  <c:v>342</c:v>
                </c:pt>
                <c:pt idx="342">
                  <c:v>343</c:v>
                </c:pt>
                <c:pt idx="343">
                  <c:v>344</c:v>
                </c:pt>
                <c:pt idx="344">
                  <c:v>345</c:v>
                </c:pt>
                <c:pt idx="345">
                  <c:v>346</c:v>
                </c:pt>
                <c:pt idx="346">
                  <c:v>347</c:v>
                </c:pt>
                <c:pt idx="347">
                  <c:v>348</c:v>
                </c:pt>
                <c:pt idx="348">
                  <c:v>349</c:v>
                </c:pt>
                <c:pt idx="349">
                  <c:v>350</c:v>
                </c:pt>
                <c:pt idx="350">
                  <c:v>351</c:v>
                </c:pt>
                <c:pt idx="351">
                  <c:v>352</c:v>
                </c:pt>
                <c:pt idx="352">
                  <c:v>353</c:v>
                </c:pt>
                <c:pt idx="353">
                  <c:v>354</c:v>
                </c:pt>
                <c:pt idx="354">
                  <c:v>355</c:v>
                </c:pt>
                <c:pt idx="355">
                  <c:v>356</c:v>
                </c:pt>
                <c:pt idx="356">
                  <c:v>357</c:v>
                </c:pt>
                <c:pt idx="357">
                  <c:v>358</c:v>
                </c:pt>
                <c:pt idx="358">
                  <c:v>359</c:v>
                </c:pt>
                <c:pt idx="359">
                  <c:v>360</c:v>
                </c:pt>
                <c:pt idx="360">
                  <c:v>361</c:v>
                </c:pt>
                <c:pt idx="361">
                  <c:v>362</c:v>
                </c:pt>
                <c:pt idx="362">
                  <c:v>363</c:v>
                </c:pt>
                <c:pt idx="363">
                  <c:v>364</c:v>
                </c:pt>
                <c:pt idx="364">
                  <c:v>365</c:v>
                </c:pt>
                <c:pt idx="365">
                  <c:v>366</c:v>
                </c:pt>
                <c:pt idx="366">
                  <c:v>367</c:v>
                </c:pt>
                <c:pt idx="367">
                  <c:v>368</c:v>
                </c:pt>
                <c:pt idx="368">
                  <c:v>369</c:v>
                </c:pt>
                <c:pt idx="369">
                  <c:v>370</c:v>
                </c:pt>
                <c:pt idx="370">
                  <c:v>371</c:v>
                </c:pt>
                <c:pt idx="371">
                  <c:v>372</c:v>
                </c:pt>
                <c:pt idx="372">
                  <c:v>373</c:v>
                </c:pt>
                <c:pt idx="373">
                  <c:v>374</c:v>
                </c:pt>
                <c:pt idx="374">
                  <c:v>375</c:v>
                </c:pt>
                <c:pt idx="375">
                  <c:v>376</c:v>
                </c:pt>
                <c:pt idx="376">
                  <c:v>377</c:v>
                </c:pt>
                <c:pt idx="377">
                  <c:v>378</c:v>
                </c:pt>
                <c:pt idx="378">
                  <c:v>379</c:v>
                </c:pt>
                <c:pt idx="379">
                  <c:v>380</c:v>
                </c:pt>
                <c:pt idx="380">
                  <c:v>381</c:v>
                </c:pt>
                <c:pt idx="381">
                  <c:v>382</c:v>
                </c:pt>
                <c:pt idx="382">
                  <c:v>383</c:v>
                </c:pt>
                <c:pt idx="383">
                  <c:v>384</c:v>
                </c:pt>
                <c:pt idx="384">
                  <c:v>385</c:v>
                </c:pt>
                <c:pt idx="385">
                  <c:v>386</c:v>
                </c:pt>
                <c:pt idx="386">
                  <c:v>387</c:v>
                </c:pt>
                <c:pt idx="387">
                  <c:v>388</c:v>
                </c:pt>
                <c:pt idx="388">
                  <c:v>389</c:v>
                </c:pt>
                <c:pt idx="389">
                  <c:v>390</c:v>
                </c:pt>
                <c:pt idx="390">
                  <c:v>391</c:v>
                </c:pt>
                <c:pt idx="391">
                  <c:v>392</c:v>
                </c:pt>
                <c:pt idx="392">
                  <c:v>393</c:v>
                </c:pt>
                <c:pt idx="393">
                  <c:v>394</c:v>
                </c:pt>
                <c:pt idx="394">
                  <c:v>395</c:v>
                </c:pt>
                <c:pt idx="395">
                  <c:v>396</c:v>
                </c:pt>
                <c:pt idx="396">
                  <c:v>397</c:v>
                </c:pt>
                <c:pt idx="397">
                  <c:v>398</c:v>
                </c:pt>
                <c:pt idx="398">
                  <c:v>399</c:v>
                </c:pt>
                <c:pt idx="399">
                  <c:v>400</c:v>
                </c:pt>
                <c:pt idx="400">
                  <c:v>401</c:v>
                </c:pt>
                <c:pt idx="401">
                  <c:v>402</c:v>
                </c:pt>
                <c:pt idx="402">
                  <c:v>403</c:v>
                </c:pt>
                <c:pt idx="403">
                  <c:v>404</c:v>
                </c:pt>
                <c:pt idx="404">
                  <c:v>405</c:v>
                </c:pt>
                <c:pt idx="405">
                  <c:v>406</c:v>
                </c:pt>
                <c:pt idx="406">
                  <c:v>407</c:v>
                </c:pt>
                <c:pt idx="407">
                  <c:v>408</c:v>
                </c:pt>
                <c:pt idx="408">
                  <c:v>409</c:v>
                </c:pt>
                <c:pt idx="409">
                  <c:v>410</c:v>
                </c:pt>
                <c:pt idx="410">
                  <c:v>411</c:v>
                </c:pt>
                <c:pt idx="411">
                  <c:v>412</c:v>
                </c:pt>
                <c:pt idx="412">
                  <c:v>413</c:v>
                </c:pt>
                <c:pt idx="413">
                  <c:v>414</c:v>
                </c:pt>
                <c:pt idx="414">
                  <c:v>415</c:v>
                </c:pt>
                <c:pt idx="415">
                  <c:v>416</c:v>
                </c:pt>
                <c:pt idx="416">
                  <c:v>417</c:v>
                </c:pt>
                <c:pt idx="417">
                  <c:v>418</c:v>
                </c:pt>
                <c:pt idx="418">
                  <c:v>419</c:v>
                </c:pt>
                <c:pt idx="419">
                  <c:v>420</c:v>
                </c:pt>
                <c:pt idx="420">
                  <c:v>421</c:v>
                </c:pt>
                <c:pt idx="421">
                  <c:v>422</c:v>
                </c:pt>
                <c:pt idx="422">
                  <c:v>423</c:v>
                </c:pt>
                <c:pt idx="423">
                  <c:v>424</c:v>
                </c:pt>
                <c:pt idx="424">
                  <c:v>425</c:v>
                </c:pt>
                <c:pt idx="425">
                  <c:v>426</c:v>
                </c:pt>
                <c:pt idx="426">
                  <c:v>427</c:v>
                </c:pt>
                <c:pt idx="427">
                  <c:v>428</c:v>
                </c:pt>
                <c:pt idx="428">
                  <c:v>429</c:v>
                </c:pt>
                <c:pt idx="429">
                  <c:v>430</c:v>
                </c:pt>
                <c:pt idx="430">
                  <c:v>431</c:v>
                </c:pt>
                <c:pt idx="431">
                  <c:v>432</c:v>
                </c:pt>
                <c:pt idx="432">
                  <c:v>433</c:v>
                </c:pt>
                <c:pt idx="433">
                  <c:v>434</c:v>
                </c:pt>
                <c:pt idx="434">
                  <c:v>435</c:v>
                </c:pt>
                <c:pt idx="435">
                  <c:v>436</c:v>
                </c:pt>
                <c:pt idx="436">
                  <c:v>437</c:v>
                </c:pt>
                <c:pt idx="437">
                  <c:v>438</c:v>
                </c:pt>
                <c:pt idx="438">
                  <c:v>439</c:v>
                </c:pt>
                <c:pt idx="439">
                  <c:v>440</c:v>
                </c:pt>
                <c:pt idx="440">
                  <c:v>441</c:v>
                </c:pt>
                <c:pt idx="441">
                  <c:v>442</c:v>
                </c:pt>
                <c:pt idx="442">
                  <c:v>443</c:v>
                </c:pt>
                <c:pt idx="443">
                  <c:v>444</c:v>
                </c:pt>
                <c:pt idx="444">
                  <c:v>445</c:v>
                </c:pt>
                <c:pt idx="445">
                  <c:v>446</c:v>
                </c:pt>
                <c:pt idx="446">
                  <c:v>447</c:v>
                </c:pt>
                <c:pt idx="447">
                  <c:v>448</c:v>
                </c:pt>
                <c:pt idx="448">
                  <c:v>449</c:v>
                </c:pt>
                <c:pt idx="449">
                  <c:v>450</c:v>
                </c:pt>
                <c:pt idx="450">
                  <c:v>451</c:v>
                </c:pt>
                <c:pt idx="451">
                  <c:v>452</c:v>
                </c:pt>
                <c:pt idx="452">
                  <c:v>453</c:v>
                </c:pt>
                <c:pt idx="453">
                  <c:v>454</c:v>
                </c:pt>
                <c:pt idx="454">
                  <c:v>455</c:v>
                </c:pt>
                <c:pt idx="455">
                  <c:v>456</c:v>
                </c:pt>
                <c:pt idx="456">
                  <c:v>457</c:v>
                </c:pt>
                <c:pt idx="457">
                  <c:v>458</c:v>
                </c:pt>
                <c:pt idx="458">
                  <c:v>459</c:v>
                </c:pt>
                <c:pt idx="459">
                  <c:v>460</c:v>
                </c:pt>
                <c:pt idx="460">
                  <c:v>461</c:v>
                </c:pt>
                <c:pt idx="461">
                  <c:v>462</c:v>
                </c:pt>
                <c:pt idx="462">
                  <c:v>463</c:v>
                </c:pt>
                <c:pt idx="463">
                  <c:v>464</c:v>
                </c:pt>
                <c:pt idx="464">
                  <c:v>465</c:v>
                </c:pt>
                <c:pt idx="465">
                  <c:v>466</c:v>
                </c:pt>
                <c:pt idx="466">
                  <c:v>467</c:v>
                </c:pt>
                <c:pt idx="467">
                  <c:v>468</c:v>
                </c:pt>
                <c:pt idx="468">
                  <c:v>469</c:v>
                </c:pt>
                <c:pt idx="469">
                  <c:v>470</c:v>
                </c:pt>
                <c:pt idx="470">
                  <c:v>471</c:v>
                </c:pt>
                <c:pt idx="471">
                  <c:v>472</c:v>
                </c:pt>
                <c:pt idx="472">
                  <c:v>473</c:v>
                </c:pt>
                <c:pt idx="473">
                  <c:v>474</c:v>
                </c:pt>
                <c:pt idx="474">
                  <c:v>475</c:v>
                </c:pt>
                <c:pt idx="475">
                  <c:v>476</c:v>
                </c:pt>
                <c:pt idx="476">
                  <c:v>477</c:v>
                </c:pt>
                <c:pt idx="477">
                  <c:v>478</c:v>
                </c:pt>
                <c:pt idx="478">
                  <c:v>479</c:v>
                </c:pt>
                <c:pt idx="479">
                  <c:v>480</c:v>
                </c:pt>
                <c:pt idx="480">
                  <c:v>481</c:v>
                </c:pt>
                <c:pt idx="481">
                  <c:v>482</c:v>
                </c:pt>
                <c:pt idx="482">
                  <c:v>483</c:v>
                </c:pt>
                <c:pt idx="483">
                  <c:v>484</c:v>
                </c:pt>
                <c:pt idx="484">
                  <c:v>485</c:v>
                </c:pt>
                <c:pt idx="485">
                  <c:v>486</c:v>
                </c:pt>
                <c:pt idx="486">
                  <c:v>487</c:v>
                </c:pt>
                <c:pt idx="487">
                  <c:v>488</c:v>
                </c:pt>
                <c:pt idx="488">
                  <c:v>489</c:v>
                </c:pt>
                <c:pt idx="489">
                  <c:v>490</c:v>
                </c:pt>
                <c:pt idx="490">
                  <c:v>491</c:v>
                </c:pt>
                <c:pt idx="491">
                  <c:v>492</c:v>
                </c:pt>
                <c:pt idx="492">
                  <c:v>493</c:v>
                </c:pt>
                <c:pt idx="493">
                  <c:v>494</c:v>
                </c:pt>
                <c:pt idx="494">
                  <c:v>495</c:v>
                </c:pt>
                <c:pt idx="495">
                  <c:v>496</c:v>
                </c:pt>
                <c:pt idx="496">
                  <c:v>497</c:v>
                </c:pt>
                <c:pt idx="497">
                  <c:v>498</c:v>
                </c:pt>
                <c:pt idx="498">
                  <c:v>499</c:v>
                </c:pt>
                <c:pt idx="499">
                  <c:v>500</c:v>
                </c:pt>
                <c:pt idx="500">
                  <c:v>501</c:v>
                </c:pt>
                <c:pt idx="501">
                  <c:v>502</c:v>
                </c:pt>
                <c:pt idx="502">
                  <c:v>503</c:v>
                </c:pt>
                <c:pt idx="503">
                  <c:v>504</c:v>
                </c:pt>
                <c:pt idx="504">
                  <c:v>505</c:v>
                </c:pt>
                <c:pt idx="505">
                  <c:v>506</c:v>
                </c:pt>
                <c:pt idx="506">
                  <c:v>507</c:v>
                </c:pt>
                <c:pt idx="507">
                  <c:v>508</c:v>
                </c:pt>
                <c:pt idx="508">
                  <c:v>509</c:v>
                </c:pt>
                <c:pt idx="509">
                  <c:v>510</c:v>
                </c:pt>
                <c:pt idx="510">
                  <c:v>511</c:v>
                </c:pt>
                <c:pt idx="511">
                  <c:v>512</c:v>
                </c:pt>
                <c:pt idx="512">
                  <c:v>513</c:v>
                </c:pt>
                <c:pt idx="513">
                  <c:v>514</c:v>
                </c:pt>
                <c:pt idx="514">
                  <c:v>515</c:v>
                </c:pt>
                <c:pt idx="515">
                  <c:v>516</c:v>
                </c:pt>
                <c:pt idx="516">
                  <c:v>517</c:v>
                </c:pt>
                <c:pt idx="517">
                  <c:v>518</c:v>
                </c:pt>
                <c:pt idx="518">
                  <c:v>519</c:v>
                </c:pt>
                <c:pt idx="519">
                  <c:v>520</c:v>
                </c:pt>
                <c:pt idx="520">
                  <c:v>521</c:v>
                </c:pt>
                <c:pt idx="521">
                  <c:v>522</c:v>
                </c:pt>
                <c:pt idx="522">
                  <c:v>523</c:v>
                </c:pt>
                <c:pt idx="523">
                  <c:v>524</c:v>
                </c:pt>
                <c:pt idx="524">
                  <c:v>525</c:v>
                </c:pt>
                <c:pt idx="525">
                  <c:v>526</c:v>
                </c:pt>
                <c:pt idx="526">
                  <c:v>527</c:v>
                </c:pt>
                <c:pt idx="527">
                  <c:v>528</c:v>
                </c:pt>
                <c:pt idx="528">
                  <c:v>529</c:v>
                </c:pt>
                <c:pt idx="529">
                  <c:v>530</c:v>
                </c:pt>
                <c:pt idx="530">
                  <c:v>531</c:v>
                </c:pt>
                <c:pt idx="531">
                  <c:v>532</c:v>
                </c:pt>
                <c:pt idx="532">
                  <c:v>533</c:v>
                </c:pt>
                <c:pt idx="533">
                  <c:v>534</c:v>
                </c:pt>
                <c:pt idx="534">
                  <c:v>535</c:v>
                </c:pt>
                <c:pt idx="535">
                  <c:v>536</c:v>
                </c:pt>
                <c:pt idx="536">
                  <c:v>537</c:v>
                </c:pt>
                <c:pt idx="537">
                  <c:v>538</c:v>
                </c:pt>
                <c:pt idx="538">
                  <c:v>539</c:v>
                </c:pt>
                <c:pt idx="539">
                  <c:v>540</c:v>
                </c:pt>
                <c:pt idx="540">
                  <c:v>541</c:v>
                </c:pt>
                <c:pt idx="541">
                  <c:v>542</c:v>
                </c:pt>
                <c:pt idx="542">
                  <c:v>543</c:v>
                </c:pt>
                <c:pt idx="543">
                  <c:v>544</c:v>
                </c:pt>
                <c:pt idx="544">
                  <c:v>545</c:v>
                </c:pt>
                <c:pt idx="545">
                  <c:v>546</c:v>
                </c:pt>
                <c:pt idx="546">
                  <c:v>547</c:v>
                </c:pt>
                <c:pt idx="547">
                  <c:v>548</c:v>
                </c:pt>
                <c:pt idx="548">
                  <c:v>549</c:v>
                </c:pt>
                <c:pt idx="549">
                  <c:v>550</c:v>
                </c:pt>
                <c:pt idx="550">
                  <c:v>551</c:v>
                </c:pt>
                <c:pt idx="551">
                  <c:v>552</c:v>
                </c:pt>
                <c:pt idx="552">
                  <c:v>553</c:v>
                </c:pt>
                <c:pt idx="553">
                  <c:v>554</c:v>
                </c:pt>
                <c:pt idx="554">
                  <c:v>555</c:v>
                </c:pt>
                <c:pt idx="555">
                  <c:v>556</c:v>
                </c:pt>
                <c:pt idx="556">
                  <c:v>557</c:v>
                </c:pt>
                <c:pt idx="557">
                  <c:v>558</c:v>
                </c:pt>
                <c:pt idx="558">
                  <c:v>559</c:v>
                </c:pt>
                <c:pt idx="559">
                  <c:v>560</c:v>
                </c:pt>
                <c:pt idx="560">
                  <c:v>561</c:v>
                </c:pt>
                <c:pt idx="561">
                  <c:v>562</c:v>
                </c:pt>
                <c:pt idx="562">
                  <c:v>563</c:v>
                </c:pt>
                <c:pt idx="563">
                  <c:v>564</c:v>
                </c:pt>
                <c:pt idx="564">
                  <c:v>565</c:v>
                </c:pt>
                <c:pt idx="565">
                  <c:v>566</c:v>
                </c:pt>
                <c:pt idx="566">
                  <c:v>567</c:v>
                </c:pt>
                <c:pt idx="567">
                  <c:v>568</c:v>
                </c:pt>
                <c:pt idx="568">
                  <c:v>569</c:v>
                </c:pt>
                <c:pt idx="569">
                  <c:v>570</c:v>
                </c:pt>
                <c:pt idx="570">
                  <c:v>571</c:v>
                </c:pt>
                <c:pt idx="571">
                  <c:v>572</c:v>
                </c:pt>
                <c:pt idx="572">
                  <c:v>573</c:v>
                </c:pt>
                <c:pt idx="573">
                  <c:v>574</c:v>
                </c:pt>
                <c:pt idx="574">
                  <c:v>575</c:v>
                </c:pt>
                <c:pt idx="575">
                  <c:v>576</c:v>
                </c:pt>
                <c:pt idx="576">
                  <c:v>577</c:v>
                </c:pt>
                <c:pt idx="577">
                  <c:v>578</c:v>
                </c:pt>
                <c:pt idx="578">
                  <c:v>579</c:v>
                </c:pt>
                <c:pt idx="579">
                  <c:v>580</c:v>
                </c:pt>
                <c:pt idx="580">
                  <c:v>581</c:v>
                </c:pt>
                <c:pt idx="581">
                  <c:v>582</c:v>
                </c:pt>
                <c:pt idx="582">
                  <c:v>583</c:v>
                </c:pt>
                <c:pt idx="583">
                  <c:v>584</c:v>
                </c:pt>
                <c:pt idx="584">
                  <c:v>585</c:v>
                </c:pt>
                <c:pt idx="585">
                  <c:v>586</c:v>
                </c:pt>
                <c:pt idx="586">
                  <c:v>587</c:v>
                </c:pt>
                <c:pt idx="587">
                  <c:v>588</c:v>
                </c:pt>
                <c:pt idx="588">
                  <c:v>589</c:v>
                </c:pt>
                <c:pt idx="589">
                  <c:v>590</c:v>
                </c:pt>
                <c:pt idx="590">
                  <c:v>591</c:v>
                </c:pt>
                <c:pt idx="591">
                  <c:v>592</c:v>
                </c:pt>
                <c:pt idx="592">
                  <c:v>593</c:v>
                </c:pt>
                <c:pt idx="593">
                  <c:v>594</c:v>
                </c:pt>
                <c:pt idx="594">
                  <c:v>595</c:v>
                </c:pt>
                <c:pt idx="595">
                  <c:v>596</c:v>
                </c:pt>
                <c:pt idx="596">
                  <c:v>597</c:v>
                </c:pt>
                <c:pt idx="597">
                  <c:v>598</c:v>
                </c:pt>
                <c:pt idx="598">
                  <c:v>599</c:v>
                </c:pt>
                <c:pt idx="599">
                  <c:v>600</c:v>
                </c:pt>
                <c:pt idx="600">
                  <c:v>601</c:v>
                </c:pt>
                <c:pt idx="601">
                  <c:v>602</c:v>
                </c:pt>
                <c:pt idx="602">
                  <c:v>603</c:v>
                </c:pt>
                <c:pt idx="603">
                  <c:v>604</c:v>
                </c:pt>
                <c:pt idx="604">
                  <c:v>605</c:v>
                </c:pt>
                <c:pt idx="605">
                  <c:v>606</c:v>
                </c:pt>
                <c:pt idx="606">
                  <c:v>607</c:v>
                </c:pt>
                <c:pt idx="607">
                  <c:v>608</c:v>
                </c:pt>
                <c:pt idx="608">
                  <c:v>609</c:v>
                </c:pt>
                <c:pt idx="609">
                  <c:v>610</c:v>
                </c:pt>
                <c:pt idx="610">
                  <c:v>611</c:v>
                </c:pt>
                <c:pt idx="611">
                  <c:v>612</c:v>
                </c:pt>
                <c:pt idx="612">
                  <c:v>613</c:v>
                </c:pt>
                <c:pt idx="613">
                  <c:v>614</c:v>
                </c:pt>
                <c:pt idx="614">
                  <c:v>615</c:v>
                </c:pt>
                <c:pt idx="615">
                  <c:v>616</c:v>
                </c:pt>
                <c:pt idx="616">
                  <c:v>617</c:v>
                </c:pt>
                <c:pt idx="617">
                  <c:v>618</c:v>
                </c:pt>
                <c:pt idx="618">
                  <c:v>619</c:v>
                </c:pt>
                <c:pt idx="619">
                  <c:v>620</c:v>
                </c:pt>
                <c:pt idx="620">
                  <c:v>621</c:v>
                </c:pt>
                <c:pt idx="621">
                  <c:v>622</c:v>
                </c:pt>
                <c:pt idx="622">
                  <c:v>623</c:v>
                </c:pt>
                <c:pt idx="623">
                  <c:v>624</c:v>
                </c:pt>
                <c:pt idx="624">
                  <c:v>625</c:v>
                </c:pt>
                <c:pt idx="625">
                  <c:v>626</c:v>
                </c:pt>
                <c:pt idx="626">
                  <c:v>627</c:v>
                </c:pt>
                <c:pt idx="627">
                  <c:v>628</c:v>
                </c:pt>
                <c:pt idx="628">
                  <c:v>629</c:v>
                </c:pt>
                <c:pt idx="629">
                  <c:v>630</c:v>
                </c:pt>
                <c:pt idx="630">
                  <c:v>631</c:v>
                </c:pt>
                <c:pt idx="631">
                  <c:v>632</c:v>
                </c:pt>
                <c:pt idx="632">
                  <c:v>633</c:v>
                </c:pt>
                <c:pt idx="633">
                  <c:v>634</c:v>
                </c:pt>
                <c:pt idx="634">
                  <c:v>635</c:v>
                </c:pt>
                <c:pt idx="635">
                  <c:v>636</c:v>
                </c:pt>
                <c:pt idx="636">
                  <c:v>637</c:v>
                </c:pt>
                <c:pt idx="637">
                  <c:v>638</c:v>
                </c:pt>
                <c:pt idx="638">
                  <c:v>639</c:v>
                </c:pt>
                <c:pt idx="639">
                  <c:v>640</c:v>
                </c:pt>
                <c:pt idx="640">
                  <c:v>641</c:v>
                </c:pt>
                <c:pt idx="641">
                  <c:v>642</c:v>
                </c:pt>
                <c:pt idx="642">
                  <c:v>643</c:v>
                </c:pt>
                <c:pt idx="643">
                  <c:v>644</c:v>
                </c:pt>
                <c:pt idx="644">
                  <c:v>645</c:v>
                </c:pt>
                <c:pt idx="645">
                  <c:v>646</c:v>
                </c:pt>
                <c:pt idx="646">
                  <c:v>647</c:v>
                </c:pt>
                <c:pt idx="647">
                  <c:v>648</c:v>
                </c:pt>
                <c:pt idx="648">
                  <c:v>649</c:v>
                </c:pt>
                <c:pt idx="649">
                  <c:v>650</c:v>
                </c:pt>
                <c:pt idx="650">
                  <c:v>651</c:v>
                </c:pt>
                <c:pt idx="651">
                  <c:v>652</c:v>
                </c:pt>
                <c:pt idx="652">
                  <c:v>653</c:v>
                </c:pt>
                <c:pt idx="653">
                  <c:v>654</c:v>
                </c:pt>
                <c:pt idx="654">
                  <c:v>655</c:v>
                </c:pt>
                <c:pt idx="655">
                  <c:v>656</c:v>
                </c:pt>
                <c:pt idx="656">
                  <c:v>657</c:v>
                </c:pt>
                <c:pt idx="657">
                  <c:v>658</c:v>
                </c:pt>
                <c:pt idx="658">
                  <c:v>659</c:v>
                </c:pt>
                <c:pt idx="659">
                  <c:v>660</c:v>
                </c:pt>
                <c:pt idx="660">
                  <c:v>661</c:v>
                </c:pt>
                <c:pt idx="661">
                  <c:v>662</c:v>
                </c:pt>
                <c:pt idx="662">
                  <c:v>663</c:v>
                </c:pt>
                <c:pt idx="663">
                  <c:v>664</c:v>
                </c:pt>
                <c:pt idx="664">
                  <c:v>665</c:v>
                </c:pt>
                <c:pt idx="665">
                  <c:v>666</c:v>
                </c:pt>
                <c:pt idx="666">
                  <c:v>667</c:v>
                </c:pt>
                <c:pt idx="667">
                  <c:v>668</c:v>
                </c:pt>
                <c:pt idx="668">
                  <c:v>669</c:v>
                </c:pt>
                <c:pt idx="669">
                  <c:v>670</c:v>
                </c:pt>
                <c:pt idx="670">
                  <c:v>671</c:v>
                </c:pt>
                <c:pt idx="671">
                  <c:v>672</c:v>
                </c:pt>
                <c:pt idx="672">
                  <c:v>673</c:v>
                </c:pt>
                <c:pt idx="673">
                  <c:v>674</c:v>
                </c:pt>
                <c:pt idx="674">
                  <c:v>675</c:v>
                </c:pt>
                <c:pt idx="675">
                  <c:v>676</c:v>
                </c:pt>
                <c:pt idx="676">
                  <c:v>677</c:v>
                </c:pt>
                <c:pt idx="677">
                  <c:v>678</c:v>
                </c:pt>
                <c:pt idx="678">
                  <c:v>679</c:v>
                </c:pt>
                <c:pt idx="679">
                  <c:v>680</c:v>
                </c:pt>
                <c:pt idx="680">
                  <c:v>681</c:v>
                </c:pt>
                <c:pt idx="681">
                  <c:v>682</c:v>
                </c:pt>
                <c:pt idx="682">
                  <c:v>683</c:v>
                </c:pt>
                <c:pt idx="683">
                  <c:v>684</c:v>
                </c:pt>
                <c:pt idx="684">
                  <c:v>685</c:v>
                </c:pt>
                <c:pt idx="685">
                  <c:v>686</c:v>
                </c:pt>
                <c:pt idx="686">
                  <c:v>687</c:v>
                </c:pt>
                <c:pt idx="687">
                  <c:v>688</c:v>
                </c:pt>
                <c:pt idx="688">
                  <c:v>689</c:v>
                </c:pt>
                <c:pt idx="689">
                  <c:v>690</c:v>
                </c:pt>
                <c:pt idx="690">
                  <c:v>691</c:v>
                </c:pt>
                <c:pt idx="691">
                  <c:v>692</c:v>
                </c:pt>
                <c:pt idx="692">
                  <c:v>693</c:v>
                </c:pt>
                <c:pt idx="693">
                  <c:v>694</c:v>
                </c:pt>
                <c:pt idx="694">
                  <c:v>695</c:v>
                </c:pt>
                <c:pt idx="695">
                  <c:v>696</c:v>
                </c:pt>
                <c:pt idx="696">
                  <c:v>697</c:v>
                </c:pt>
                <c:pt idx="697">
                  <c:v>698</c:v>
                </c:pt>
                <c:pt idx="698">
                  <c:v>699</c:v>
                </c:pt>
                <c:pt idx="699">
                  <c:v>700</c:v>
                </c:pt>
                <c:pt idx="700">
                  <c:v>701</c:v>
                </c:pt>
                <c:pt idx="701">
                  <c:v>702</c:v>
                </c:pt>
                <c:pt idx="702">
                  <c:v>703</c:v>
                </c:pt>
                <c:pt idx="703">
                  <c:v>704</c:v>
                </c:pt>
                <c:pt idx="704">
                  <c:v>705</c:v>
                </c:pt>
                <c:pt idx="705">
                  <c:v>706</c:v>
                </c:pt>
                <c:pt idx="706">
                  <c:v>707</c:v>
                </c:pt>
                <c:pt idx="707">
                  <c:v>708</c:v>
                </c:pt>
                <c:pt idx="708">
                  <c:v>709</c:v>
                </c:pt>
                <c:pt idx="709">
                  <c:v>710</c:v>
                </c:pt>
                <c:pt idx="710">
                  <c:v>711</c:v>
                </c:pt>
                <c:pt idx="711">
                  <c:v>712</c:v>
                </c:pt>
                <c:pt idx="712">
                  <c:v>713</c:v>
                </c:pt>
                <c:pt idx="713">
                  <c:v>714</c:v>
                </c:pt>
                <c:pt idx="714">
                  <c:v>715</c:v>
                </c:pt>
                <c:pt idx="715">
                  <c:v>716</c:v>
                </c:pt>
                <c:pt idx="716">
                  <c:v>717</c:v>
                </c:pt>
                <c:pt idx="717">
                  <c:v>718</c:v>
                </c:pt>
                <c:pt idx="718">
                  <c:v>719</c:v>
                </c:pt>
                <c:pt idx="719">
                  <c:v>720</c:v>
                </c:pt>
                <c:pt idx="720">
                  <c:v>721</c:v>
                </c:pt>
                <c:pt idx="721">
                  <c:v>722</c:v>
                </c:pt>
                <c:pt idx="722">
                  <c:v>723</c:v>
                </c:pt>
                <c:pt idx="723">
                  <c:v>724</c:v>
                </c:pt>
                <c:pt idx="724">
                  <c:v>725</c:v>
                </c:pt>
                <c:pt idx="725">
                  <c:v>726</c:v>
                </c:pt>
                <c:pt idx="726">
                  <c:v>727</c:v>
                </c:pt>
                <c:pt idx="727">
                  <c:v>728</c:v>
                </c:pt>
                <c:pt idx="728">
                  <c:v>729</c:v>
                </c:pt>
                <c:pt idx="729">
                  <c:v>730</c:v>
                </c:pt>
                <c:pt idx="730">
                  <c:v>731</c:v>
                </c:pt>
                <c:pt idx="731">
                  <c:v>732</c:v>
                </c:pt>
                <c:pt idx="732">
                  <c:v>733</c:v>
                </c:pt>
                <c:pt idx="733">
                  <c:v>734</c:v>
                </c:pt>
                <c:pt idx="734">
                  <c:v>735</c:v>
                </c:pt>
                <c:pt idx="735">
                  <c:v>736</c:v>
                </c:pt>
                <c:pt idx="736">
                  <c:v>737</c:v>
                </c:pt>
                <c:pt idx="737">
                  <c:v>738</c:v>
                </c:pt>
                <c:pt idx="738">
                  <c:v>739</c:v>
                </c:pt>
                <c:pt idx="739">
                  <c:v>740</c:v>
                </c:pt>
                <c:pt idx="740">
                  <c:v>741</c:v>
                </c:pt>
                <c:pt idx="741">
                  <c:v>742</c:v>
                </c:pt>
                <c:pt idx="742">
                  <c:v>743</c:v>
                </c:pt>
                <c:pt idx="743">
                  <c:v>744</c:v>
                </c:pt>
                <c:pt idx="744">
                  <c:v>745</c:v>
                </c:pt>
                <c:pt idx="745">
                  <c:v>746</c:v>
                </c:pt>
                <c:pt idx="746">
                  <c:v>747</c:v>
                </c:pt>
                <c:pt idx="747">
                  <c:v>748</c:v>
                </c:pt>
                <c:pt idx="748">
                  <c:v>749</c:v>
                </c:pt>
                <c:pt idx="749">
                  <c:v>750</c:v>
                </c:pt>
                <c:pt idx="750">
                  <c:v>751</c:v>
                </c:pt>
                <c:pt idx="751">
                  <c:v>752</c:v>
                </c:pt>
                <c:pt idx="752">
                  <c:v>753</c:v>
                </c:pt>
                <c:pt idx="753">
                  <c:v>754</c:v>
                </c:pt>
                <c:pt idx="754">
                  <c:v>755</c:v>
                </c:pt>
                <c:pt idx="755">
                  <c:v>756</c:v>
                </c:pt>
                <c:pt idx="756">
                  <c:v>757</c:v>
                </c:pt>
                <c:pt idx="757">
                  <c:v>758</c:v>
                </c:pt>
                <c:pt idx="758">
                  <c:v>759</c:v>
                </c:pt>
                <c:pt idx="759">
                  <c:v>760</c:v>
                </c:pt>
                <c:pt idx="760">
                  <c:v>761</c:v>
                </c:pt>
                <c:pt idx="761">
                  <c:v>762</c:v>
                </c:pt>
                <c:pt idx="762">
                  <c:v>763</c:v>
                </c:pt>
                <c:pt idx="763">
                  <c:v>764</c:v>
                </c:pt>
                <c:pt idx="764">
                  <c:v>765</c:v>
                </c:pt>
                <c:pt idx="765">
                  <c:v>766</c:v>
                </c:pt>
                <c:pt idx="766">
                  <c:v>767</c:v>
                </c:pt>
                <c:pt idx="767">
                  <c:v>768</c:v>
                </c:pt>
                <c:pt idx="768">
                  <c:v>769</c:v>
                </c:pt>
                <c:pt idx="769">
                  <c:v>770</c:v>
                </c:pt>
                <c:pt idx="770">
                  <c:v>771</c:v>
                </c:pt>
                <c:pt idx="771">
                  <c:v>772</c:v>
                </c:pt>
                <c:pt idx="772">
                  <c:v>773</c:v>
                </c:pt>
                <c:pt idx="773">
                  <c:v>774</c:v>
                </c:pt>
                <c:pt idx="774">
                  <c:v>775</c:v>
                </c:pt>
                <c:pt idx="775">
                  <c:v>776</c:v>
                </c:pt>
                <c:pt idx="776">
                  <c:v>777</c:v>
                </c:pt>
                <c:pt idx="777">
                  <c:v>778</c:v>
                </c:pt>
                <c:pt idx="778">
                  <c:v>779</c:v>
                </c:pt>
                <c:pt idx="779">
                  <c:v>780</c:v>
                </c:pt>
                <c:pt idx="780">
                  <c:v>781</c:v>
                </c:pt>
                <c:pt idx="781">
                  <c:v>782</c:v>
                </c:pt>
                <c:pt idx="782">
                  <c:v>783</c:v>
                </c:pt>
                <c:pt idx="783">
                  <c:v>784</c:v>
                </c:pt>
                <c:pt idx="784">
                  <c:v>785</c:v>
                </c:pt>
                <c:pt idx="785">
                  <c:v>786</c:v>
                </c:pt>
                <c:pt idx="786">
                  <c:v>787</c:v>
                </c:pt>
                <c:pt idx="787">
                  <c:v>788</c:v>
                </c:pt>
                <c:pt idx="788">
                  <c:v>789</c:v>
                </c:pt>
                <c:pt idx="789">
                  <c:v>790</c:v>
                </c:pt>
                <c:pt idx="790">
                  <c:v>791</c:v>
                </c:pt>
                <c:pt idx="791">
                  <c:v>792</c:v>
                </c:pt>
                <c:pt idx="792">
                  <c:v>793</c:v>
                </c:pt>
                <c:pt idx="793">
                  <c:v>794</c:v>
                </c:pt>
                <c:pt idx="794">
                  <c:v>795</c:v>
                </c:pt>
                <c:pt idx="795">
                  <c:v>796</c:v>
                </c:pt>
                <c:pt idx="796">
                  <c:v>797</c:v>
                </c:pt>
                <c:pt idx="797">
                  <c:v>798</c:v>
                </c:pt>
                <c:pt idx="798">
                  <c:v>799</c:v>
                </c:pt>
                <c:pt idx="799">
                  <c:v>800</c:v>
                </c:pt>
                <c:pt idx="800">
                  <c:v>801</c:v>
                </c:pt>
                <c:pt idx="801">
                  <c:v>802</c:v>
                </c:pt>
                <c:pt idx="802">
                  <c:v>803</c:v>
                </c:pt>
                <c:pt idx="803">
                  <c:v>804</c:v>
                </c:pt>
                <c:pt idx="804">
                  <c:v>805</c:v>
                </c:pt>
                <c:pt idx="805">
                  <c:v>806</c:v>
                </c:pt>
                <c:pt idx="806">
                  <c:v>807</c:v>
                </c:pt>
                <c:pt idx="807">
                  <c:v>808</c:v>
                </c:pt>
                <c:pt idx="808">
                  <c:v>809</c:v>
                </c:pt>
                <c:pt idx="809">
                  <c:v>810</c:v>
                </c:pt>
                <c:pt idx="810">
                  <c:v>811</c:v>
                </c:pt>
                <c:pt idx="811">
                  <c:v>812</c:v>
                </c:pt>
                <c:pt idx="812">
                  <c:v>813</c:v>
                </c:pt>
                <c:pt idx="813">
                  <c:v>814</c:v>
                </c:pt>
                <c:pt idx="814">
                  <c:v>815</c:v>
                </c:pt>
                <c:pt idx="815">
                  <c:v>816</c:v>
                </c:pt>
                <c:pt idx="816">
                  <c:v>817</c:v>
                </c:pt>
                <c:pt idx="817">
                  <c:v>818</c:v>
                </c:pt>
                <c:pt idx="818">
                  <c:v>819</c:v>
                </c:pt>
                <c:pt idx="819">
                  <c:v>820</c:v>
                </c:pt>
                <c:pt idx="820">
                  <c:v>821</c:v>
                </c:pt>
                <c:pt idx="821">
                  <c:v>822</c:v>
                </c:pt>
                <c:pt idx="822">
                  <c:v>823</c:v>
                </c:pt>
                <c:pt idx="823">
                  <c:v>824</c:v>
                </c:pt>
                <c:pt idx="824">
                  <c:v>825</c:v>
                </c:pt>
                <c:pt idx="825">
                  <c:v>826</c:v>
                </c:pt>
                <c:pt idx="826">
                  <c:v>827</c:v>
                </c:pt>
                <c:pt idx="827">
                  <c:v>828</c:v>
                </c:pt>
                <c:pt idx="828">
                  <c:v>829</c:v>
                </c:pt>
                <c:pt idx="829">
                  <c:v>830</c:v>
                </c:pt>
                <c:pt idx="830">
                  <c:v>831</c:v>
                </c:pt>
                <c:pt idx="831">
                  <c:v>832</c:v>
                </c:pt>
                <c:pt idx="832">
                  <c:v>833</c:v>
                </c:pt>
                <c:pt idx="833">
                  <c:v>834</c:v>
                </c:pt>
                <c:pt idx="834">
                  <c:v>835</c:v>
                </c:pt>
                <c:pt idx="835">
                  <c:v>836</c:v>
                </c:pt>
                <c:pt idx="836">
                  <c:v>837</c:v>
                </c:pt>
                <c:pt idx="837">
                  <c:v>838</c:v>
                </c:pt>
                <c:pt idx="838">
                  <c:v>839</c:v>
                </c:pt>
                <c:pt idx="839">
                  <c:v>840</c:v>
                </c:pt>
                <c:pt idx="840">
                  <c:v>841</c:v>
                </c:pt>
                <c:pt idx="841">
                  <c:v>842</c:v>
                </c:pt>
                <c:pt idx="842">
                  <c:v>843</c:v>
                </c:pt>
                <c:pt idx="843">
                  <c:v>844</c:v>
                </c:pt>
                <c:pt idx="844">
                  <c:v>845</c:v>
                </c:pt>
                <c:pt idx="845">
                  <c:v>846</c:v>
                </c:pt>
                <c:pt idx="846">
                  <c:v>847</c:v>
                </c:pt>
                <c:pt idx="847">
                  <c:v>848</c:v>
                </c:pt>
                <c:pt idx="848">
                  <c:v>849</c:v>
                </c:pt>
                <c:pt idx="849">
                  <c:v>850</c:v>
                </c:pt>
                <c:pt idx="850">
                  <c:v>851</c:v>
                </c:pt>
                <c:pt idx="851">
                  <c:v>852</c:v>
                </c:pt>
                <c:pt idx="852">
                  <c:v>853</c:v>
                </c:pt>
                <c:pt idx="853">
                  <c:v>854</c:v>
                </c:pt>
                <c:pt idx="854">
                  <c:v>855</c:v>
                </c:pt>
                <c:pt idx="855">
                  <c:v>856</c:v>
                </c:pt>
                <c:pt idx="856">
                  <c:v>857</c:v>
                </c:pt>
                <c:pt idx="857">
                  <c:v>858</c:v>
                </c:pt>
                <c:pt idx="858">
                  <c:v>859</c:v>
                </c:pt>
                <c:pt idx="859">
                  <c:v>860</c:v>
                </c:pt>
                <c:pt idx="860">
                  <c:v>861</c:v>
                </c:pt>
                <c:pt idx="861">
                  <c:v>862</c:v>
                </c:pt>
                <c:pt idx="862">
                  <c:v>863</c:v>
                </c:pt>
                <c:pt idx="863">
                  <c:v>864</c:v>
                </c:pt>
                <c:pt idx="864">
                  <c:v>865</c:v>
                </c:pt>
                <c:pt idx="865">
                  <c:v>866</c:v>
                </c:pt>
                <c:pt idx="866">
                  <c:v>867</c:v>
                </c:pt>
                <c:pt idx="867">
                  <c:v>868</c:v>
                </c:pt>
                <c:pt idx="868">
                  <c:v>869</c:v>
                </c:pt>
                <c:pt idx="869">
                  <c:v>870</c:v>
                </c:pt>
                <c:pt idx="870">
                  <c:v>871</c:v>
                </c:pt>
                <c:pt idx="871">
                  <c:v>872</c:v>
                </c:pt>
                <c:pt idx="872">
                  <c:v>873</c:v>
                </c:pt>
                <c:pt idx="873">
                  <c:v>874</c:v>
                </c:pt>
                <c:pt idx="874">
                  <c:v>875</c:v>
                </c:pt>
                <c:pt idx="875">
                  <c:v>876</c:v>
                </c:pt>
                <c:pt idx="876">
                  <c:v>877</c:v>
                </c:pt>
                <c:pt idx="877">
                  <c:v>878</c:v>
                </c:pt>
                <c:pt idx="878">
                  <c:v>879</c:v>
                </c:pt>
                <c:pt idx="879">
                  <c:v>880</c:v>
                </c:pt>
                <c:pt idx="880">
                  <c:v>881</c:v>
                </c:pt>
                <c:pt idx="881">
                  <c:v>882</c:v>
                </c:pt>
                <c:pt idx="882">
                  <c:v>883</c:v>
                </c:pt>
                <c:pt idx="883">
                  <c:v>884</c:v>
                </c:pt>
                <c:pt idx="884">
                  <c:v>885</c:v>
                </c:pt>
                <c:pt idx="885">
                  <c:v>886</c:v>
                </c:pt>
                <c:pt idx="886">
                  <c:v>887</c:v>
                </c:pt>
                <c:pt idx="887">
                  <c:v>888</c:v>
                </c:pt>
                <c:pt idx="888">
                  <c:v>889</c:v>
                </c:pt>
                <c:pt idx="889">
                  <c:v>890</c:v>
                </c:pt>
                <c:pt idx="890">
                  <c:v>891</c:v>
                </c:pt>
                <c:pt idx="891">
                  <c:v>892</c:v>
                </c:pt>
                <c:pt idx="892">
                  <c:v>893</c:v>
                </c:pt>
                <c:pt idx="893">
                  <c:v>894</c:v>
                </c:pt>
                <c:pt idx="894">
                  <c:v>895</c:v>
                </c:pt>
                <c:pt idx="895">
                  <c:v>896</c:v>
                </c:pt>
                <c:pt idx="896">
                  <c:v>897</c:v>
                </c:pt>
                <c:pt idx="897">
                  <c:v>898</c:v>
                </c:pt>
                <c:pt idx="898">
                  <c:v>899</c:v>
                </c:pt>
                <c:pt idx="899">
                  <c:v>900</c:v>
                </c:pt>
                <c:pt idx="900">
                  <c:v>901</c:v>
                </c:pt>
                <c:pt idx="901">
                  <c:v>902</c:v>
                </c:pt>
                <c:pt idx="902">
                  <c:v>903</c:v>
                </c:pt>
                <c:pt idx="903">
                  <c:v>904</c:v>
                </c:pt>
                <c:pt idx="904">
                  <c:v>905</c:v>
                </c:pt>
                <c:pt idx="905">
                  <c:v>906</c:v>
                </c:pt>
                <c:pt idx="906">
                  <c:v>907</c:v>
                </c:pt>
                <c:pt idx="907">
                  <c:v>908</c:v>
                </c:pt>
                <c:pt idx="908">
                  <c:v>909</c:v>
                </c:pt>
                <c:pt idx="909">
                  <c:v>910</c:v>
                </c:pt>
                <c:pt idx="910">
                  <c:v>911</c:v>
                </c:pt>
                <c:pt idx="911">
                  <c:v>912</c:v>
                </c:pt>
                <c:pt idx="912">
                  <c:v>913</c:v>
                </c:pt>
                <c:pt idx="913">
                  <c:v>914</c:v>
                </c:pt>
                <c:pt idx="914">
                  <c:v>915</c:v>
                </c:pt>
                <c:pt idx="915">
                  <c:v>916</c:v>
                </c:pt>
                <c:pt idx="916">
                  <c:v>917</c:v>
                </c:pt>
                <c:pt idx="917">
                  <c:v>918</c:v>
                </c:pt>
                <c:pt idx="918">
                  <c:v>919</c:v>
                </c:pt>
                <c:pt idx="919">
                  <c:v>920</c:v>
                </c:pt>
                <c:pt idx="920">
                  <c:v>921</c:v>
                </c:pt>
                <c:pt idx="921">
                  <c:v>922</c:v>
                </c:pt>
                <c:pt idx="922">
                  <c:v>923</c:v>
                </c:pt>
                <c:pt idx="923">
                  <c:v>924</c:v>
                </c:pt>
                <c:pt idx="924">
                  <c:v>925</c:v>
                </c:pt>
                <c:pt idx="925">
                  <c:v>926</c:v>
                </c:pt>
                <c:pt idx="926">
                  <c:v>927</c:v>
                </c:pt>
                <c:pt idx="927">
                  <c:v>928</c:v>
                </c:pt>
                <c:pt idx="928">
                  <c:v>929</c:v>
                </c:pt>
                <c:pt idx="929">
                  <c:v>930</c:v>
                </c:pt>
                <c:pt idx="930">
                  <c:v>931</c:v>
                </c:pt>
                <c:pt idx="931">
                  <c:v>932</c:v>
                </c:pt>
                <c:pt idx="932">
                  <c:v>933</c:v>
                </c:pt>
                <c:pt idx="933">
                  <c:v>934</c:v>
                </c:pt>
                <c:pt idx="934">
                  <c:v>935</c:v>
                </c:pt>
                <c:pt idx="935">
                  <c:v>936</c:v>
                </c:pt>
                <c:pt idx="936">
                  <c:v>937</c:v>
                </c:pt>
                <c:pt idx="937">
                  <c:v>938</c:v>
                </c:pt>
                <c:pt idx="938">
                  <c:v>939</c:v>
                </c:pt>
                <c:pt idx="939">
                  <c:v>940</c:v>
                </c:pt>
                <c:pt idx="940">
                  <c:v>941</c:v>
                </c:pt>
                <c:pt idx="941">
                  <c:v>942</c:v>
                </c:pt>
                <c:pt idx="942">
                  <c:v>943</c:v>
                </c:pt>
                <c:pt idx="943">
                  <c:v>944</c:v>
                </c:pt>
                <c:pt idx="944">
                  <c:v>945</c:v>
                </c:pt>
                <c:pt idx="945">
                  <c:v>946</c:v>
                </c:pt>
                <c:pt idx="946">
                  <c:v>947</c:v>
                </c:pt>
                <c:pt idx="947">
                  <c:v>948</c:v>
                </c:pt>
                <c:pt idx="948">
                  <c:v>949</c:v>
                </c:pt>
                <c:pt idx="949">
                  <c:v>950</c:v>
                </c:pt>
                <c:pt idx="950">
                  <c:v>951</c:v>
                </c:pt>
                <c:pt idx="951">
                  <c:v>952</c:v>
                </c:pt>
                <c:pt idx="952">
                  <c:v>953</c:v>
                </c:pt>
                <c:pt idx="953">
                  <c:v>954</c:v>
                </c:pt>
                <c:pt idx="954">
                  <c:v>955</c:v>
                </c:pt>
                <c:pt idx="955">
                  <c:v>956</c:v>
                </c:pt>
                <c:pt idx="956">
                  <c:v>957</c:v>
                </c:pt>
                <c:pt idx="957">
                  <c:v>958</c:v>
                </c:pt>
                <c:pt idx="958">
                  <c:v>959</c:v>
                </c:pt>
                <c:pt idx="959">
                  <c:v>960</c:v>
                </c:pt>
                <c:pt idx="960">
                  <c:v>961</c:v>
                </c:pt>
                <c:pt idx="961">
                  <c:v>962</c:v>
                </c:pt>
                <c:pt idx="962">
                  <c:v>963</c:v>
                </c:pt>
                <c:pt idx="963">
                  <c:v>964</c:v>
                </c:pt>
                <c:pt idx="964">
                  <c:v>965</c:v>
                </c:pt>
                <c:pt idx="965">
                  <c:v>966</c:v>
                </c:pt>
                <c:pt idx="966">
                  <c:v>967</c:v>
                </c:pt>
                <c:pt idx="967">
                  <c:v>968</c:v>
                </c:pt>
                <c:pt idx="968">
                  <c:v>969</c:v>
                </c:pt>
                <c:pt idx="969">
                  <c:v>970</c:v>
                </c:pt>
                <c:pt idx="970">
                  <c:v>971</c:v>
                </c:pt>
                <c:pt idx="971">
                  <c:v>972</c:v>
                </c:pt>
                <c:pt idx="972">
                  <c:v>973</c:v>
                </c:pt>
                <c:pt idx="973">
                  <c:v>974</c:v>
                </c:pt>
                <c:pt idx="974">
                  <c:v>975</c:v>
                </c:pt>
                <c:pt idx="975">
                  <c:v>976</c:v>
                </c:pt>
                <c:pt idx="976">
                  <c:v>977</c:v>
                </c:pt>
                <c:pt idx="977">
                  <c:v>978</c:v>
                </c:pt>
                <c:pt idx="978">
                  <c:v>979</c:v>
                </c:pt>
                <c:pt idx="979">
                  <c:v>980</c:v>
                </c:pt>
                <c:pt idx="980">
                  <c:v>981</c:v>
                </c:pt>
                <c:pt idx="981">
                  <c:v>982</c:v>
                </c:pt>
                <c:pt idx="982">
                  <c:v>983</c:v>
                </c:pt>
                <c:pt idx="983">
                  <c:v>984</c:v>
                </c:pt>
                <c:pt idx="984">
                  <c:v>985</c:v>
                </c:pt>
                <c:pt idx="985">
                  <c:v>986</c:v>
                </c:pt>
                <c:pt idx="986">
                  <c:v>987</c:v>
                </c:pt>
                <c:pt idx="987">
                  <c:v>988</c:v>
                </c:pt>
                <c:pt idx="988">
                  <c:v>989</c:v>
                </c:pt>
                <c:pt idx="989">
                  <c:v>990</c:v>
                </c:pt>
                <c:pt idx="990">
                  <c:v>991</c:v>
                </c:pt>
                <c:pt idx="991">
                  <c:v>992</c:v>
                </c:pt>
                <c:pt idx="992">
                  <c:v>993</c:v>
                </c:pt>
                <c:pt idx="993">
                  <c:v>994</c:v>
                </c:pt>
                <c:pt idx="994">
                  <c:v>995</c:v>
                </c:pt>
                <c:pt idx="995">
                  <c:v>996</c:v>
                </c:pt>
                <c:pt idx="996">
                  <c:v>997</c:v>
                </c:pt>
                <c:pt idx="997">
                  <c:v>998</c:v>
                </c:pt>
                <c:pt idx="998">
                  <c:v>999</c:v>
                </c:pt>
                <c:pt idx="999">
                  <c:v>1000</c:v>
                </c:pt>
                <c:pt idx="1000">
                  <c:v>1001</c:v>
                </c:pt>
                <c:pt idx="1001">
                  <c:v>1002</c:v>
                </c:pt>
                <c:pt idx="1002">
                  <c:v>1003</c:v>
                </c:pt>
                <c:pt idx="1003">
                  <c:v>1004</c:v>
                </c:pt>
                <c:pt idx="1004">
                  <c:v>1005</c:v>
                </c:pt>
                <c:pt idx="1005">
                  <c:v>1006</c:v>
                </c:pt>
                <c:pt idx="1006">
                  <c:v>1007</c:v>
                </c:pt>
                <c:pt idx="1007">
                  <c:v>1008</c:v>
                </c:pt>
                <c:pt idx="1008">
                  <c:v>1009</c:v>
                </c:pt>
                <c:pt idx="1009">
                  <c:v>1010</c:v>
                </c:pt>
                <c:pt idx="1010">
                  <c:v>1011</c:v>
                </c:pt>
                <c:pt idx="1011">
                  <c:v>1012</c:v>
                </c:pt>
                <c:pt idx="1012">
                  <c:v>1013</c:v>
                </c:pt>
                <c:pt idx="1013">
                  <c:v>1014</c:v>
                </c:pt>
                <c:pt idx="1014">
                  <c:v>1015</c:v>
                </c:pt>
                <c:pt idx="1015">
                  <c:v>1016</c:v>
                </c:pt>
                <c:pt idx="1016">
                  <c:v>1017</c:v>
                </c:pt>
                <c:pt idx="1017">
                  <c:v>1018</c:v>
                </c:pt>
                <c:pt idx="1018">
                  <c:v>1019</c:v>
                </c:pt>
                <c:pt idx="1019">
                  <c:v>1020</c:v>
                </c:pt>
                <c:pt idx="1020">
                  <c:v>1021</c:v>
                </c:pt>
                <c:pt idx="1021">
                  <c:v>1022</c:v>
                </c:pt>
                <c:pt idx="1022">
                  <c:v>1023</c:v>
                </c:pt>
              </c:numCache>
            </c:numRef>
          </c:xVal>
          <c:yVal>
            <c:numRef>
              <c:f>Sheet3!$C$2:$C$1024</c:f>
              <c:numCache>
                <c:formatCode>General</c:formatCode>
                <c:ptCount val="1023"/>
                <c:pt idx="0">
                  <c:v>0.18880556004290899</c:v>
                </c:pt>
                <c:pt idx="1">
                  <c:v>0.18678623379964401</c:v>
                </c:pt>
                <c:pt idx="2">
                  <c:v>0.18624871906292001</c:v>
                </c:pt>
                <c:pt idx="3">
                  <c:v>0.186052417051559</c:v>
                </c:pt>
                <c:pt idx="4">
                  <c:v>0.184099045341103</c:v>
                </c:pt>
                <c:pt idx="5">
                  <c:v>0.182733837095468</c:v>
                </c:pt>
                <c:pt idx="6">
                  <c:v>0.18265988631174801</c:v>
                </c:pt>
                <c:pt idx="7">
                  <c:v>0.18070326612889301</c:v>
                </c:pt>
                <c:pt idx="8">
                  <c:v>0.17890917241583101</c:v>
                </c:pt>
                <c:pt idx="9">
                  <c:v>0.178764374151965</c:v>
                </c:pt>
                <c:pt idx="10">
                  <c:v>0.16448236796671101</c:v>
                </c:pt>
                <c:pt idx="11">
                  <c:v>0.163523126725029</c:v>
                </c:pt>
                <c:pt idx="12">
                  <c:v>0.16151144339868101</c:v>
                </c:pt>
                <c:pt idx="13">
                  <c:v>0.16139608321714299</c:v>
                </c:pt>
                <c:pt idx="14">
                  <c:v>0.161161063124904</c:v>
                </c:pt>
                <c:pt idx="15">
                  <c:v>0.15908330117318201</c:v>
                </c:pt>
                <c:pt idx="16">
                  <c:v>0.15896210536653699</c:v>
                </c:pt>
                <c:pt idx="17">
                  <c:v>0.15580054736459101</c:v>
                </c:pt>
                <c:pt idx="18">
                  <c:v>0.155395904725082</c:v>
                </c:pt>
                <c:pt idx="19">
                  <c:v>0.15271424499125599</c:v>
                </c:pt>
                <c:pt idx="20">
                  <c:v>0.152417021183641</c:v>
                </c:pt>
                <c:pt idx="21">
                  <c:v>0.135160934764644</c:v>
                </c:pt>
                <c:pt idx="22">
                  <c:v>0.131948177889085</c:v>
                </c:pt>
                <c:pt idx="23">
                  <c:v>0.129373278954516</c:v>
                </c:pt>
                <c:pt idx="24">
                  <c:v>0.12783382838108201</c:v>
                </c:pt>
                <c:pt idx="25">
                  <c:v>0.12774313632970599</c:v>
                </c:pt>
                <c:pt idx="26">
                  <c:v>0.12683907967232599</c:v>
                </c:pt>
                <c:pt idx="27">
                  <c:v>0.12614496064637401</c:v>
                </c:pt>
                <c:pt idx="28">
                  <c:v>0.125867016148553</c:v>
                </c:pt>
                <c:pt idx="29">
                  <c:v>0.12546213554239199</c:v>
                </c:pt>
                <c:pt idx="30">
                  <c:v>0.123378897917617</c:v>
                </c:pt>
                <c:pt idx="31">
                  <c:v>0.12170325150639601</c:v>
                </c:pt>
                <c:pt idx="32">
                  <c:v>0.11945202254675</c:v>
                </c:pt>
                <c:pt idx="33">
                  <c:v>6.5771852426803903E-2</c:v>
                </c:pt>
                <c:pt idx="34">
                  <c:v>6.5498338006693593E-2</c:v>
                </c:pt>
                <c:pt idx="35">
                  <c:v>6.2355425706069702E-2</c:v>
                </c:pt>
                <c:pt idx="36">
                  <c:v>6.1983009450948798E-2</c:v>
                </c:pt>
                <c:pt idx="37">
                  <c:v>6.1422571483813401E-2</c:v>
                </c:pt>
                <c:pt idx="38">
                  <c:v>6.0913547075388597E-2</c:v>
                </c:pt>
                <c:pt idx="39">
                  <c:v>6.0118019519742702E-2</c:v>
                </c:pt>
                <c:pt idx="40">
                  <c:v>5.96920620575178E-2</c:v>
                </c:pt>
                <c:pt idx="41">
                  <c:v>5.8234592686286502E-2</c:v>
                </c:pt>
                <c:pt idx="42">
                  <c:v>5.8228376678349701E-2</c:v>
                </c:pt>
                <c:pt idx="43">
                  <c:v>5.72184850064213E-2</c:v>
                </c:pt>
                <c:pt idx="44">
                  <c:v>5.6979507612438501E-2</c:v>
                </c:pt>
                <c:pt idx="45">
                  <c:v>5.6899401317702103E-2</c:v>
                </c:pt>
                <c:pt idx="46">
                  <c:v>5.6652738885251602E-2</c:v>
                </c:pt>
                <c:pt idx="47">
                  <c:v>5.6427870451288498E-2</c:v>
                </c:pt>
                <c:pt idx="48">
                  <c:v>5.6294036862767599E-2</c:v>
                </c:pt>
                <c:pt idx="49">
                  <c:v>5.5642035882340603E-2</c:v>
                </c:pt>
                <c:pt idx="50">
                  <c:v>5.3228502441736401E-2</c:v>
                </c:pt>
                <c:pt idx="51">
                  <c:v>5.3057780137407702E-2</c:v>
                </c:pt>
                <c:pt idx="52">
                  <c:v>5.2490171423588798E-2</c:v>
                </c:pt>
                <c:pt idx="53">
                  <c:v>5.0273009534261698E-2</c:v>
                </c:pt>
                <c:pt idx="54">
                  <c:v>4.9413930183279497E-2</c:v>
                </c:pt>
                <c:pt idx="55">
                  <c:v>4.8318089335743601E-2</c:v>
                </c:pt>
                <c:pt idx="56">
                  <c:v>4.7905555696506202E-2</c:v>
                </c:pt>
                <c:pt idx="57">
                  <c:v>4.59526333415958E-2</c:v>
                </c:pt>
                <c:pt idx="58">
                  <c:v>4.5515133080480198E-2</c:v>
                </c:pt>
                <c:pt idx="59">
                  <c:v>4.5044996950399901E-2</c:v>
                </c:pt>
                <c:pt idx="60">
                  <c:v>4.4278318522787602E-2</c:v>
                </c:pt>
                <c:pt idx="61">
                  <c:v>4.3756396590465901E-2</c:v>
                </c:pt>
                <c:pt idx="62">
                  <c:v>4.35545552334069E-2</c:v>
                </c:pt>
                <c:pt idx="63">
                  <c:v>4.3029753717471898E-2</c:v>
                </c:pt>
                <c:pt idx="64">
                  <c:v>4.1903426342586599E-2</c:v>
                </c:pt>
                <c:pt idx="65">
                  <c:v>4.1816657149035298E-2</c:v>
                </c:pt>
                <c:pt idx="66">
                  <c:v>4.0932710255153E-2</c:v>
                </c:pt>
                <c:pt idx="67">
                  <c:v>4.0631224511510598E-2</c:v>
                </c:pt>
                <c:pt idx="68">
                  <c:v>4.0538493136516203E-2</c:v>
                </c:pt>
                <c:pt idx="69">
                  <c:v>3.9804507585147801E-2</c:v>
                </c:pt>
                <c:pt idx="70">
                  <c:v>3.9760188046492902E-2</c:v>
                </c:pt>
                <c:pt idx="71">
                  <c:v>3.9492433682190298E-2</c:v>
                </c:pt>
                <c:pt idx="72">
                  <c:v>3.9307314986605203E-2</c:v>
                </c:pt>
                <c:pt idx="73">
                  <c:v>3.8876811556565798E-2</c:v>
                </c:pt>
                <c:pt idx="74">
                  <c:v>3.8835300777640601E-2</c:v>
                </c:pt>
                <c:pt idx="75">
                  <c:v>3.77899317833068E-2</c:v>
                </c:pt>
                <c:pt idx="76">
                  <c:v>3.7443431500635303E-2</c:v>
                </c:pt>
                <c:pt idx="77">
                  <c:v>3.67625328724277E-2</c:v>
                </c:pt>
                <c:pt idx="78">
                  <c:v>3.6296501084407198E-2</c:v>
                </c:pt>
                <c:pt idx="79">
                  <c:v>3.5965555775363103E-2</c:v>
                </c:pt>
                <c:pt idx="80">
                  <c:v>3.3953284929330599E-2</c:v>
                </c:pt>
                <c:pt idx="81">
                  <c:v>3.3817792725082202E-2</c:v>
                </c:pt>
                <c:pt idx="82">
                  <c:v>3.3527876052365402E-2</c:v>
                </c:pt>
                <c:pt idx="83">
                  <c:v>3.0952828899375801E-2</c:v>
                </c:pt>
                <c:pt idx="84">
                  <c:v>2.9580753929005998E-2</c:v>
                </c:pt>
                <c:pt idx="85">
                  <c:v>2.7929108045749301E-2</c:v>
                </c:pt>
                <c:pt idx="86">
                  <c:v>2.7895487804530099E-2</c:v>
                </c:pt>
                <c:pt idx="87">
                  <c:v>2.7872542235197501E-2</c:v>
                </c:pt>
                <c:pt idx="88">
                  <c:v>2.7821161378222301E-2</c:v>
                </c:pt>
                <c:pt idx="89">
                  <c:v>2.6572446056401199E-2</c:v>
                </c:pt>
                <c:pt idx="90">
                  <c:v>2.6069846271748898E-2</c:v>
                </c:pt>
                <c:pt idx="91">
                  <c:v>2.5416029807991899E-2</c:v>
                </c:pt>
                <c:pt idx="92">
                  <c:v>2.5395260436371601E-2</c:v>
                </c:pt>
                <c:pt idx="93">
                  <c:v>2.5149131343839799E-2</c:v>
                </c:pt>
                <c:pt idx="94">
                  <c:v>2.4602666598886099E-2</c:v>
                </c:pt>
                <c:pt idx="95">
                  <c:v>2.4375315373518999E-2</c:v>
                </c:pt>
                <c:pt idx="96">
                  <c:v>2.34275990165582E-2</c:v>
                </c:pt>
                <c:pt idx="97">
                  <c:v>2.28579281928874E-2</c:v>
                </c:pt>
                <c:pt idx="98">
                  <c:v>2.2290323449530199E-2</c:v>
                </c:pt>
                <c:pt idx="99">
                  <c:v>2.1882741107279901E-2</c:v>
                </c:pt>
                <c:pt idx="100">
                  <c:v>2.1135556170738801E-2</c:v>
                </c:pt>
                <c:pt idx="101">
                  <c:v>2.1035318150790201E-2</c:v>
                </c:pt>
                <c:pt idx="102">
                  <c:v>2.0955499597157701E-2</c:v>
                </c:pt>
                <c:pt idx="103">
                  <c:v>2.08882043765851E-2</c:v>
                </c:pt>
                <c:pt idx="104">
                  <c:v>1.99442636764612E-2</c:v>
                </c:pt>
                <c:pt idx="105">
                  <c:v>1.9789943250257801E-2</c:v>
                </c:pt>
                <c:pt idx="106">
                  <c:v>1.9758850898759301E-2</c:v>
                </c:pt>
                <c:pt idx="107">
                  <c:v>1.9472488957303899E-2</c:v>
                </c:pt>
                <c:pt idx="108">
                  <c:v>1.9436827021603601E-2</c:v>
                </c:pt>
                <c:pt idx="109">
                  <c:v>1.92441692720004E-2</c:v>
                </c:pt>
                <c:pt idx="110">
                  <c:v>1.84771269263855E-2</c:v>
                </c:pt>
                <c:pt idx="111">
                  <c:v>1.8065252550967699E-2</c:v>
                </c:pt>
                <c:pt idx="112">
                  <c:v>1.7994474637318E-2</c:v>
                </c:pt>
                <c:pt idx="113">
                  <c:v>1.7980392658115001E-2</c:v>
                </c:pt>
                <c:pt idx="114">
                  <c:v>1.77698420928687E-2</c:v>
                </c:pt>
                <c:pt idx="115">
                  <c:v>1.7716248252495501E-2</c:v>
                </c:pt>
                <c:pt idx="116">
                  <c:v>1.7644997596427799E-2</c:v>
                </c:pt>
                <c:pt idx="117">
                  <c:v>1.73073160725832E-2</c:v>
                </c:pt>
                <c:pt idx="118">
                  <c:v>1.72142428178121E-2</c:v>
                </c:pt>
                <c:pt idx="119">
                  <c:v>1.6856024502989099E-2</c:v>
                </c:pt>
                <c:pt idx="120">
                  <c:v>1.6746252869681E-2</c:v>
                </c:pt>
                <c:pt idx="121">
                  <c:v>1.67063783077777E-2</c:v>
                </c:pt>
                <c:pt idx="122">
                  <c:v>1.6469221545754201E-2</c:v>
                </c:pt>
                <c:pt idx="123">
                  <c:v>1.6310416061610999E-2</c:v>
                </c:pt>
                <c:pt idx="124">
                  <c:v>1.60532799591942E-2</c:v>
                </c:pt>
                <c:pt idx="125">
                  <c:v>1.5837817845393801E-2</c:v>
                </c:pt>
                <c:pt idx="126">
                  <c:v>1.5749095513842098E-2</c:v>
                </c:pt>
                <c:pt idx="127">
                  <c:v>1.54457513527116E-2</c:v>
                </c:pt>
                <c:pt idx="128">
                  <c:v>1.53405950275114E-2</c:v>
                </c:pt>
                <c:pt idx="129">
                  <c:v>1.53338674083592E-2</c:v>
                </c:pt>
                <c:pt idx="130">
                  <c:v>1.5215031318927799E-2</c:v>
                </c:pt>
                <c:pt idx="131">
                  <c:v>1.51031237015907E-2</c:v>
                </c:pt>
                <c:pt idx="132">
                  <c:v>1.501677895563E-2</c:v>
                </c:pt>
                <c:pt idx="133">
                  <c:v>1.49047465511973E-2</c:v>
                </c:pt>
                <c:pt idx="134">
                  <c:v>1.48695613655136E-2</c:v>
                </c:pt>
                <c:pt idx="135">
                  <c:v>1.48468740187162E-2</c:v>
                </c:pt>
                <c:pt idx="136">
                  <c:v>1.47664186868016E-2</c:v>
                </c:pt>
                <c:pt idx="137">
                  <c:v>1.47574936992737E-2</c:v>
                </c:pt>
                <c:pt idx="138">
                  <c:v>1.46543817066844E-2</c:v>
                </c:pt>
                <c:pt idx="139">
                  <c:v>1.4643165808652801E-2</c:v>
                </c:pt>
                <c:pt idx="140">
                  <c:v>1.4501685860622599E-2</c:v>
                </c:pt>
                <c:pt idx="141">
                  <c:v>1.43073302703297E-2</c:v>
                </c:pt>
                <c:pt idx="142">
                  <c:v>1.4284027004326299E-2</c:v>
                </c:pt>
                <c:pt idx="143">
                  <c:v>1.4279084703628901E-2</c:v>
                </c:pt>
                <c:pt idx="144">
                  <c:v>1.4249165371327401E-2</c:v>
                </c:pt>
                <c:pt idx="145">
                  <c:v>1.4209192588847499E-2</c:v>
                </c:pt>
                <c:pt idx="146">
                  <c:v>1.41992819151308E-2</c:v>
                </c:pt>
                <c:pt idx="147">
                  <c:v>1.4161386245919699E-2</c:v>
                </c:pt>
                <c:pt idx="148">
                  <c:v>1.40885357622779E-2</c:v>
                </c:pt>
                <c:pt idx="149">
                  <c:v>1.39057720444735E-2</c:v>
                </c:pt>
                <c:pt idx="150">
                  <c:v>1.38885390014404E-2</c:v>
                </c:pt>
                <c:pt idx="151">
                  <c:v>1.3793834181757199E-2</c:v>
                </c:pt>
                <c:pt idx="152">
                  <c:v>1.36958458904489E-2</c:v>
                </c:pt>
                <c:pt idx="153">
                  <c:v>1.35896640993478E-2</c:v>
                </c:pt>
                <c:pt idx="154">
                  <c:v>1.3583259316884399E-2</c:v>
                </c:pt>
                <c:pt idx="155">
                  <c:v>1.3483639142383E-2</c:v>
                </c:pt>
                <c:pt idx="156">
                  <c:v>1.3481297634701199E-2</c:v>
                </c:pt>
                <c:pt idx="157">
                  <c:v>1.3415313571570499E-2</c:v>
                </c:pt>
                <c:pt idx="158">
                  <c:v>1.33808330953273E-2</c:v>
                </c:pt>
                <c:pt idx="159">
                  <c:v>1.32135657117012E-2</c:v>
                </c:pt>
                <c:pt idx="160">
                  <c:v>1.3185311917182699E-2</c:v>
                </c:pt>
                <c:pt idx="161">
                  <c:v>1.31348234482534E-2</c:v>
                </c:pt>
                <c:pt idx="162">
                  <c:v>1.3102603347154899E-2</c:v>
                </c:pt>
                <c:pt idx="163">
                  <c:v>1.30620060817019E-2</c:v>
                </c:pt>
                <c:pt idx="164">
                  <c:v>1.29780498688707E-2</c:v>
                </c:pt>
                <c:pt idx="165">
                  <c:v>1.2854808931002701E-2</c:v>
                </c:pt>
                <c:pt idx="166">
                  <c:v>1.2791742092631E-2</c:v>
                </c:pt>
                <c:pt idx="167">
                  <c:v>1.27561542174882E-2</c:v>
                </c:pt>
                <c:pt idx="168">
                  <c:v>1.2739094139335E-2</c:v>
                </c:pt>
                <c:pt idx="169">
                  <c:v>1.26785167379578E-2</c:v>
                </c:pt>
                <c:pt idx="170">
                  <c:v>1.2666559964237401E-2</c:v>
                </c:pt>
                <c:pt idx="171">
                  <c:v>1.26098569961838E-2</c:v>
                </c:pt>
                <c:pt idx="172">
                  <c:v>1.2403893447740301E-2</c:v>
                </c:pt>
                <c:pt idx="173">
                  <c:v>1.23323433477947E-2</c:v>
                </c:pt>
                <c:pt idx="174">
                  <c:v>1.20967789469941E-2</c:v>
                </c:pt>
                <c:pt idx="175">
                  <c:v>1.1931384905410101E-2</c:v>
                </c:pt>
                <c:pt idx="176">
                  <c:v>1.18916515070929E-2</c:v>
                </c:pt>
                <c:pt idx="177">
                  <c:v>1.1835697998786599E-2</c:v>
                </c:pt>
                <c:pt idx="178">
                  <c:v>1.17659856253335E-2</c:v>
                </c:pt>
                <c:pt idx="179">
                  <c:v>1.1718937176055599E-2</c:v>
                </c:pt>
                <c:pt idx="180">
                  <c:v>1.1670590042403201E-2</c:v>
                </c:pt>
                <c:pt idx="181">
                  <c:v>1.11684621762247E-2</c:v>
                </c:pt>
                <c:pt idx="182">
                  <c:v>1.11622916657808E-2</c:v>
                </c:pt>
                <c:pt idx="183">
                  <c:v>1.10421956206713E-2</c:v>
                </c:pt>
                <c:pt idx="184">
                  <c:v>1.10413400027633E-2</c:v>
                </c:pt>
                <c:pt idx="185">
                  <c:v>1.09475230559877E-2</c:v>
                </c:pt>
                <c:pt idx="186">
                  <c:v>1.0940254087968599E-2</c:v>
                </c:pt>
                <c:pt idx="187">
                  <c:v>1.0908527504438799E-2</c:v>
                </c:pt>
                <c:pt idx="188">
                  <c:v>1.0891942088481999E-2</c:v>
                </c:pt>
                <c:pt idx="189">
                  <c:v>1.0890842555903E-2</c:v>
                </c:pt>
                <c:pt idx="190">
                  <c:v>1.08648653385022E-2</c:v>
                </c:pt>
                <c:pt idx="191">
                  <c:v>1.0807809157668701E-2</c:v>
                </c:pt>
                <c:pt idx="192">
                  <c:v>1.07718399689658E-2</c:v>
                </c:pt>
                <c:pt idx="193">
                  <c:v>1.0765497590313E-2</c:v>
                </c:pt>
                <c:pt idx="194">
                  <c:v>1.07632243675057E-2</c:v>
                </c:pt>
                <c:pt idx="195">
                  <c:v>1.07609821886281E-2</c:v>
                </c:pt>
                <c:pt idx="196">
                  <c:v>1.06995492972876E-2</c:v>
                </c:pt>
                <c:pt idx="197">
                  <c:v>1.0695856013658699E-2</c:v>
                </c:pt>
                <c:pt idx="198">
                  <c:v>1.0684304197247E-2</c:v>
                </c:pt>
                <c:pt idx="199">
                  <c:v>1.0681069214654599E-2</c:v>
                </c:pt>
                <c:pt idx="200">
                  <c:v>1.0663739055251999E-2</c:v>
                </c:pt>
                <c:pt idx="201">
                  <c:v>1.06153500291108E-2</c:v>
                </c:pt>
                <c:pt idx="202">
                  <c:v>1.0588053681703199E-2</c:v>
                </c:pt>
                <c:pt idx="203">
                  <c:v>1.0533899378797E-2</c:v>
                </c:pt>
                <c:pt idx="204">
                  <c:v>1.0414078648785199E-2</c:v>
                </c:pt>
                <c:pt idx="205">
                  <c:v>1.0405712463224999E-2</c:v>
                </c:pt>
                <c:pt idx="206">
                  <c:v>1.03263491691961E-2</c:v>
                </c:pt>
                <c:pt idx="207">
                  <c:v>1.02584790518493E-2</c:v>
                </c:pt>
                <c:pt idx="208">
                  <c:v>1.01513025045839E-2</c:v>
                </c:pt>
                <c:pt idx="209">
                  <c:v>1.0142554813919799E-2</c:v>
                </c:pt>
                <c:pt idx="210">
                  <c:v>9.9897412885946498E-3</c:v>
                </c:pt>
                <c:pt idx="211">
                  <c:v>9.9763263072547102E-3</c:v>
                </c:pt>
                <c:pt idx="212">
                  <c:v>9.9286288102759593E-3</c:v>
                </c:pt>
                <c:pt idx="213">
                  <c:v>9.8057015795611907E-3</c:v>
                </c:pt>
                <c:pt idx="214">
                  <c:v>9.7671976755128401E-3</c:v>
                </c:pt>
                <c:pt idx="215">
                  <c:v>9.6991459731245403E-3</c:v>
                </c:pt>
                <c:pt idx="216">
                  <c:v>9.6967003183884206E-3</c:v>
                </c:pt>
                <c:pt idx="217">
                  <c:v>9.6202142883819106E-3</c:v>
                </c:pt>
                <c:pt idx="218">
                  <c:v>9.4589752469334404E-3</c:v>
                </c:pt>
                <c:pt idx="219">
                  <c:v>9.4072686981679192E-3</c:v>
                </c:pt>
                <c:pt idx="220">
                  <c:v>9.3798206794755198E-3</c:v>
                </c:pt>
                <c:pt idx="221">
                  <c:v>9.3150738348763504E-3</c:v>
                </c:pt>
                <c:pt idx="222">
                  <c:v>9.2645318778075397E-3</c:v>
                </c:pt>
                <c:pt idx="223">
                  <c:v>9.2333271367193697E-3</c:v>
                </c:pt>
                <c:pt idx="224">
                  <c:v>9.2286262660791207E-3</c:v>
                </c:pt>
                <c:pt idx="225">
                  <c:v>9.1870089656751093E-3</c:v>
                </c:pt>
                <c:pt idx="226">
                  <c:v>9.1720970770768993E-3</c:v>
                </c:pt>
                <c:pt idx="227">
                  <c:v>9.0070687292277598E-3</c:v>
                </c:pt>
                <c:pt idx="228">
                  <c:v>9.0012785941190696E-3</c:v>
                </c:pt>
                <c:pt idx="229">
                  <c:v>8.9671678301722693E-3</c:v>
                </c:pt>
                <c:pt idx="230">
                  <c:v>8.9600714394529307E-3</c:v>
                </c:pt>
                <c:pt idx="231">
                  <c:v>8.5513205720128497E-3</c:v>
                </c:pt>
                <c:pt idx="232">
                  <c:v>8.5400978501153097E-3</c:v>
                </c:pt>
                <c:pt idx="233">
                  <c:v>8.5039575261716596E-3</c:v>
                </c:pt>
                <c:pt idx="234">
                  <c:v>8.4768208710172908E-3</c:v>
                </c:pt>
                <c:pt idx="235">
                  <c:v>8.4476639510690493E-3</c:v>
                </c:pt>
                <c:pt idx="236">
                  <c:v>8.4152127366844999E-3</c:v>
                </c:pt>
                <c:pt idx="237">
                  <c:v>8.4041510790820902E-3</c:v>
                </c:pt>
                <c:pt idx="238">
                  <c:v>8.3509927246158099E-3</c:v>
                </c:pt>
                <c:pt idx="239">
                  <c:v>8.2867197139814795E-3</c:v>
                </c:pt>
                <c:pt idx="240">
                  <c:v>8.2620647488049204E-3</c:v>
                </c:pt>
                <c:pt idx="241">
                  <c:v>8.1555361931496297E-3</c:v>
                </c:pt>
                <c:pt idx="242">
                  <c:v>8.1071086579365004E-3</c:v>
                </c:pt>
                <c:pt idx="243">
                  <c:v>8.0972013637694001E-3</c:v>
                </c:pt>
                <c:pt idx="244">
                  <c:v>8.0725670049097004E-3</c:v>
                </c:pt>
                <c:pt idx="245">
                  <c:v>7.8884085510933597E-3</c:v>
                </c:pt>
                <c:pt idx="246">
                  <c:v>7.8669603461754695E-3</c:v>
                </c:pt>
                <c:pt idx="247">
                  <c:v>7.7706599076308898E-3</c:v>
                </c:pt>
                <c:pt idx="248">
                  <c:v>7.7636924588714903E-3</c:v>
                </c:pt>
                <c:pt idx="249">
                  <c:v>7.74957119610144E-3</c:v>
                </c:pt>
                <c:pt idx="250">
                  <c:v>7.72818752619808E-3</c:v>
                </c:pt>
                <c:pt idx="251">
                  <c:v>7.6425314201625698E-3</c:v>
                </c:pt>
                <c:pt idx="252">
                  <c:v>7.5417825715572403E-3</c:v>
                </c:pt>
                <c:pt idx="253">
                  <c:v>7.5345873636094704E-3</c:v>
                </c:pt>
                <c:pt idx="254">
                  <c:v>7.5201219266590796E-3</c:v>
                </c:pt>
                <c:pt idx="255">
                  <c:v>7.4866856557301003E-3</c:v>
                </c:pt>
                <c:pt idx="256">
                  <c:v>7.2753547635102302E-3</c:v>
                </c:pt>
                <c:pt idx="257">
                  <c:v>7.2540123399315298E-3</c:v>
                </c:pt>
                <c:pt idx="258">
                  <c:v>7.1064149011877903E-3</c:v>
                </c:pt>
                <c:pt idx="259">
                  <c:v>6.8362995536986899E-3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Sheet3!$D$1</c:f>
              <c:strCache>
                <c:ptCount val="1"/>
                <c:pt idx="0">
                  <c:v>LASSO</c:v>
                </c:pt>
              </c:strCache>
            </c:strRef>
          </c:tx>
          <c:marker>
            <c:symbol val="none"/>
          </c:marker>
          <c:xVal>
            <c:numRef>
              <c:f>Sheet3!$A$2:$A$1024</c:f>
              <c:numCache>
                <c:formatCode>General</c:formatCode>
                <c:ptCount val="1023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  <c:pt idx="228">
                  <c:v>229</c:v>
                </c:pt>
                <c:pt idx="229">
                  <c:v>230</c:v>
                </c:pt>
                <c:pt idx="230">
                  <c:v>231</c:v>
                </c:pt>
                <c:pt idx="231">
                  <c:v>232</c:v>
                </c:pt>
                <c:pt idx="232">
                  <c:v>233</c:v>
                </c:pt>
                <c:pt idx="233">
                  <c:v>234</c:v>
                </c:pt>
                <c:pt idx="234">
                  <c:v>235</c:v>
                </c:pt>
                <c:pt idx="235">
                  <c:v>236</c:v>
                </c:pt>
                <c:pt idx="236">
                  <c:v>237</c:v>
                </c:pt>
                <c:pt idx="237">
                  <c:v>238</c:v>
                </c:pt>
                <c:pt idx="238">
                  <c:v>239</c:v>
                </c:pt>
                <c:pt idx="239">
                  <c:v>240</c:v>
                </c:pt>
                <c:pt idx="240">
                  <c:v>241</c:v>
                </c:pt>
                <c:pt idx="241">
                  <c:v>242</c:v>
                </c:pt>
                <c:pt idx="242">
                  <c:v>243</c:v>
                </c:pt>
                <c:pt idx="243">
                  <c:v>244</c:v>
                </c:pt>
                <c:pt idx="244">
                  <c:v>245</c:v>
                </c:pt>
                <c:pt idx="245">
                  <c:v>246</c:v>
                </c:pt>
                <c:pt idx="246">
                  <c:v>247</c:v>
                </c:pt>
                <c:pt idx="247">
                  <c:v>248</c:v>
                </c:pt>
                <c:pt idx="248">
                  <c:v>249</c:v>
                </c:pt>
                <c:pt idx="249">
                  <c:v>250</c:v>
                </c:pt>
                <c:pt idx="250">
                  <c:v>251</c:v>
                </c:pt>
                <c:pt idx="251">
                  <c:v>252</c:v>
                </c:pt>
                <c:pt idx="252">
                  <c:v>253</c:v>
                </c:pt>
                <c:pt idx="253">
                  <c:v>254</c:v>
                </c:pt>
                <c:pt idx="254">
                  <c:v>255</c:v>
                </c:pt>
                <c:pt idx="255">
                  <c:v>256</c:v>
                </c:pt>
                <c:pt idx="256">
                  <c:v>257</c:v>
                </c:pt>
                <c:pt idx="257">
                  <c:v>258</c:v>
                </c:pt>
                <c:pt idx="258">
                  <c:v>259</c:v>
                </c:pt>
                <c:pt idx="259">
                  <c:v>260</c:v>
                </c:pt>
                <c:pt idx="260">
                  <c:v>261</c:v>
                </c:pt>
                <c:pt idx="261">
                  <c:v>262</c:v>
                </c:pt>
                <c:pt idx="262">
                  <c:v>263</c:v>
                </c:pt>
                <c:pt idx="263">
                  <c:v>264</c:v>
                </c:pt>
                <c:pt idx="264">
                  <c:v>265</c:v>
                </c:pt>
                <c:pt idx="265">
                  <c:v>266</c:v>
                </c:pt>
                <c:pt idx="266">
                  <c:v>267</c:v>
                </c:pt>
                <c:pt idx="267">
                  <c:v>268</c:v>
                </c:pt>
                <c:pt idx="268">
                  <c:v>269</c:v>
                </c:pt>
                <c:pt idx="269">
                  <c:v>270</c:v>
                </c:pt>
                <c:pt idx="270">
                  <c:v>271</c:v>
                </c:pt>
                <c:pt idx="271">
                  <c:v>272</c:v>
                </c:pt>
                <c:pt idx="272">
                  <c:v>273</c:v>
                </c:pt>
                <c:pt idx="273">
                  <c:v>274</c:v>
                </c:pt>
                <c:pt idx="274">
                  <c:v>275</c:v>
                </c:pt>
                <c:pt idx="275">
                  <c:v>276</c:v>
                </c:pt>
                <c:pt idx="276">
                  <c:v>277</c:v>
                </c:pt>
                <c:pt idx="277">
                  <c:v>278</c:v>
                </c:pt>
                <c:pt idx="278">
                  <c:v>279</c:v>
                </c:pt>
                <c:pt idx="279">
                  <c:v>280</c:v>
                </c:pt>
                <c:pt idx="280">
                  <c:v>281</c:v>
                </c:pt>
                <c:pt idx="281">
                  <c:v>282</c:v>
                </c:pt>
                <c:pt idx="282">
                  <c:v>283</c:v>
                </c:pt>
                <c:pt idx="283">
                  <c:v>284</c:v>
                </c:pt>
                <c:pt idx="284">
                  <c:v>285</c:v>
                </c:pt>
                <c:pt idx="285">
                  <c:v>286</c:v>
                </c:pt>
                <c:pt idx="286">
                  <c:v>287</c:v>
                </c:pt>
                <c:pt idx="287">
                  <c:v>288</c:v>
                </c:pt>
                <c:pt idx="288">
                  <c:v>289</c:v>
                </c:pt>
                <c:pt idx="289">
                  <c:v>290</c:v>
                </c:pt>
                <c:pt idx="290">
                  <c:v>291</c:v>
                </c:pt>
                <c:pt idx="291">
                  <c:v>292</c:v>
                </c:pt>
                <c:pt idx="292">
                  <c:v>293</c:v>
                </c:pt>
                <c:pt idx="293">
                  <c:v>294</c:v>
                </c:pt>
                <c:pt idx="294">
                  <c:v>295</c:v>
                </c:pt>
                <c:pt idx="295">
                  <c:v>296</c:v>
                </c:pt>
                <c:pt idx="296">
                  <c:v>297</c:v>
                </c:pt>
                <c:pt idx="297">
                  <c:v>298</c:v>
                </c:pt>
                <c:pt idx="298">
                  <c:v>299</c:v>
                </c:pt>
                <c:pt idx="299">
                  <c:v>300</c:v>
                </c:pt>
                <c:pt idx="300">
                  <c:v>301</c:v>
                </c:pt>
                <c:pt idx="301">
                  <c:v>302</c:v>
                </c:pt>
                <c:pt idx="302">
                  <c:v>303</c:v>
                </c:pt>
                <c:pt idx="303">
                  <c:v>304</c:v>
                </c:pt>
                <c:pt idx="304">
                  <c:v>305</c:v>
                </c:pt>
                <c:pt idx="305">
                  <c:v>306</c:v>
                </c:pt>
                <c:pt idx="306">
                  <c:v>307</c:v>
                </c:pt>
                <c:pt idx="307">
                  <c:v>308</c:v>
                </c:pt>
                <c:pt idx="308">
                  <c:v>309</c:v>
                </c:pt>
                <c:pt idx="309">
                  <c:v>310</c:v>
                </c:pt>
                <c:pt idx="310">
                  <c:v>311</c:v>
                </c:pt>
                <c:pt idx="311">
                  <c:v>312</c:v>
                </c:pt>
                <c:pt idx="312">
                  <c:v>313</c:v>
                </c:pt>
                <c:pt idx="313">
                  <c:v>314</c:v>
                </c:pt>
                <c:pt idx="314">
                  <c:v>315</c:v>
                </c:pt>
                <c:pt idx="315">
                  <c:v>316</c:v>
                </c:pt>
                <c:pt idx="316">
                  <c:v>317</c:v>
                </c:pt>
                <c:pt idx="317">
                  <c:v>318</c:v>
                </c:pt>
                <c:pt idx="318">
                  <c:v>319</c:v>
                </c:pt>
                <c:pt idx="319">
                  <c:v>320</c:v>
                </c:pt>
                <c:pt idx="320">
                  <c:v>321</c:v>
                </c:pt>
                <c:pt idx="321">
                  <c:v>322</c:v>
                </c:pt>
                <c:pt idx="322">
                  <c:v>323</c:v>
                </c:pt>
                <c:pt idx="323">
                  <c:v>324</c:v>
                </c:pt>
                <c:pt idx="324">
                  <c:v>325</c:v>
                </c:pt>
                <c:pt idx="325">
                  <c:v>326</c:v>
                </c:pt>
                <c:pt idx="326">
                  <c:v>327</c:v>
                </c:pt>
                <c:pt idx="327">
                  <c:v>328</c:v>
                </c:pt>
                <c:pt idx="328">
                  <c:v>329</c:v>
                </c:pt>
                <c:pt idx="329">
                  <c:v>330</c:v>
                </c:pt>
                <c:pt idx="330">
                  <c:v>331</c:v>
                </c:pt>
                <c:pt idx="331">
                  <c:v>332</c:v>
                </c:pt>
                <c:pt idx="332">
                  <c:v>333</c:v>
                </c:pt>
                <c:pt idx="333">
                  <c:v>334</c:v>
                </c:pt>
                <c:pt idx="334">
                  <c:v>335</c:v>
                </c:pt>
                <c:pt idx="335">
                  <c:v>336</c:v>
                </c:pt>
                <c:pt idx="336">
                  <c:v>337</c:v>
                </c:pt>
                <c:pt idx="337">
                  <c:v>338</c:v>
                </c:pt>
                <c:pt idx="338">
                  <c:v>339</c:v>
                </c:pt>
                <c:pt idx="339">
                  <c:v>340</c:v>
                </c:pt>
                <c:pt idx="340">
                  <c:v>341</c:v>
                </c:pt>
                <c:pt idx="341">
                  <c:v>342</c:v>
                </c:pt>
                <c:pt idx="342">
                  <c:v>343</c:v>
                </c:pt>
                <c:pt idx="343">
                  <c:v>344</c:v>
                </c:pt>
                <c:pt idx="344">
                  <c:v>345</c:v>
                </c:pt>
                <c:pt idx="345">
                  <c:v>346</c:v>
                </c:pt>
                <c:pt idx="346">
                  <c:v>347</c:v>
                </c:pt>
                <c:pt idx="347">
                  <c:v>348</c:v>
                </c:pt>
                <c:pt idx="348">
                  <c:v>349</c:v>
                </c:pt>
                <c:pt idx="349">
                  <c:v>350</c:v>
                </c:pt>
                <c:pt idx="350">
                  <c:v>351</c:v>
                </c:pt>
                <c:pt idx="351">
                  <c:v>352</c:v>
                </c:pt>
                <c:pt idx="352">
                  <c:v>353</c:v>
                </c:pt>
                <c:pt idx="353">
                  <c:v>354</c:v>
                </c:pt>
                <c:pt idx="354">
                  <c:v>355</c:v>
                </c:pt>
                <c:pt idx="355">
                  <c:v>356</c:v>
                </c:pt>
                <c:pt idx="356">
                  <c:v>357</c:v>
                </c:pt>
                <c:pt idx="357">
                  <c:v>358</c:v>
                </c:pt>
                <c:pt idx="358">
                  <c:v>359</c:v>
                </c:pt>
                <c:pt idx="359">
                  <c:v>360</c:v>
                </c:pt>
                <c:pt idx="360">
                  <c:v>361</c:v>
                </c:pt>
                <c:pt idx="361">
                  <c:v>362</c:v>
                </c:pt>
                <c:pt idx="362">
                  <c:v>363</c:v>
                </c:pt>
                <c:pt idx="363">
                  <c:v>364</c:v>
                </c:pt>
                <c:pt idx="364">
                  <c:v>365</c:v>
                </c:pt>
                <c:pt idx="365">
                  <c:v>366</c:v>
                </c:pt>
                <c:pt idx="366">
                  <c:v>367</c:v>
                </c:pt>
                <c:pt idx="367">
                  <c:v>368</c:v>
                </c:pt>
                <c:pt idx="368">
                  <c:v>369</c:v>
                </c:pt>
                <c:pt idx="369">
                  <c:v>370</c:v>
                </c:pt>
                <c:pt idx="370">
                  <c:v>371</c:v>
                </c:pt>
                <c:pt idx="371">
                  <c:v>372</c:v>
                </c:pt>
                <c:pt idx="372">
                  <c:v>373</c:v>
                </c:pt>
                <c:pt idx="373">
                  <c:v>374</c:v>
                </c:pt>
                <c:pt idx="374">
                  <c:v>375</c:v>
                </c:pt>
                <c:pt idx="375">
                  <c:v>376</c:v>
                </c:pt>
                <c:pt idx="376">
                  <c:v>377</c:v>
                </c:pt>
                <c:pt idx="377">
                  <c:v>378</c:v>
                </c:pt>
                <c:pt idx="378">
                  <c:v>379</c:v>
                </c:pt>
                <c:pt idx="379">
                  <c:v>380</c:v>
                </c:pt>
                <c:pt idx="380">
                  <c:v>381</c:v>
                </c:pt>
                <c:pt idx="381">
                  <c:v>382</c:v>
                </c:pt>
                <c:pt idx="382">
                  <c:v>383</c:v>
                </c:pt>
                <c:pt idx="383">
                  <c:v>384</c:v>
                </c:pt>
                <c:pt idx="384">
                  <c:v>385</c:v>
                </c:pt>
                <c:pt idx="385">
                  <c:v>386</c:v>
                </c:pt>
                <c:pt idx="386">
                  <c:v>387</c:v>
                </c:pt>
                <c:pt idx="387">
                  <c:v>388</c:v>
                </c:pt>
                <c:pt idx="388">
                  <c:v>389</c:v>
                </c:pt>
                <c:pt idx="389">
                  <c:v>390</c:v>
                </c:pt>
                <c:pt idx="390">
                  <c:v>391</c:v>
                </c:pt>
                <c:pt idx="391">
                  <c:v>392</c:v>
                </c:pt>
                <c:pt idx="392">
                  <c:v>393</c:v>
                </c:pt>
                <c:pt idx="393">
                  <c:v>394</c:v>
                </c:pt>
                <c:pt idx="394">
                  <c:v>395</c:v>
                </c:pt>
                <c:pt idx="395">
                  <c:v>396</c:v>
                </c:pt>
                <c:pt idx="396">
                  <c:v>397</c:v>
                </c:pt>
                <c:pt idx="397">
                  <c:v>398</c:v>
                </c:pt>
                <c:pt idx="398">
                  <c:v>399</c:v>
                </c:pt>
                <c:pt idx="399">
                  <c:v>400</c:v>
                </c:pt>
                <c:pt idx="400">
                  <c:v>401</c:v>
                </c:pt>
                <c:pt idx="401">
                  <c:v>402</c:v>
                </c:pt>
                <c:pt idx="402">
                  <c:v>403</c:v>
                </c:pt>
                <c:pt idx="403">
                  <c:v>404</c:v>
                </c:pt>
                <c:pt idx="404">
                  <c:v>405</c:v>
                </c:pt>
                <c:pt idx="405">
                  <c:v>406</c:v>
                </c:pt>
                <c:pt idx="406">
                  <c:v>407</c:v>
                </c:pt>
                <c:pt idx="407">
                  <c:v>408</c:v>
                </c:pt>
                <c:pt idx="408">
                  <c:v>409</c:v>
                </c:pt>
                <c:pt idx="409">
                  <c:v>410</c:v>
                </c:pt>
                <c:pt idx="410">
                  <c:v>411</c:v>
                </c:pt>
                <c:pt idx="411">
                  <c:v>412</c:v>
                </c:pt>
                <c:pt idx="412">
                  <c:v>413</c:v>
                </c:pt>
                <c:pt idx="413">
                  <c:v>414</c:v>
                </c:pt>
                <c:pt idx="414">
                  <c:v>415</c:v>
                </c:pt>
                <c:pt idx="415">
                  <c:v>416</c:v>
                </c:pt>
                <c:pt idx="416">
                  <c:v>417</c:v>
                </c:pt>
                <c:pt idx="417">
                  <c:v>418</c:v>
                </c:pt>
                <c:pt idx="418">
                  <c:v>419</c:v>
                </c:pt>
                <c:pt idx="419">
                  <c:v>420</c:v>
                </c:pt>
                <c:pt idx="420">
                  <c:v>421</c:v>
                </c:pt>
                <c:pt idx="421">
                  <c:v>422</c:v>
                </c:pt>
                <c:pt idx="422">
                  <c:v>423</c:v>
                </c:pt>
                <c:pt idx="423">
                  <c:v>424</c:v>
                </c:pt>
                <c:pt idx="424">
                  <c:v>425</c:v>
                </c:pt>
                <c:pt idx="425">
                  <c:v>426</c:v>
                </c:pt>
                <c:pt idx="426">
                  <c:v>427</c:v>
                </c:pt>
                <c:pt idx="427">
                  <c:v>428</c:v>
                </c:pt>
                <c:pt idx="428">
                  <c:v>429</c:v>
                </c:pt>
                <c:pt idx="429">
                  <c:v>430</c:v>
                </c:pt>
                <c:pt idx="430">
                  <c:v>431</c:v>
                </c:pt>
                <c:pt idx="431">
                  <c:v>432</c:v>
                </c:pt>
                <c:pt idx="432">
                  <c:v>433</c:v>
                </c:pt>
                <c:pt idx="433">
                  <c:v>434</c:v>
                </c:pt>
                <c:pt idx="434">
                  <c:v>435</c:v>
                </c:pt>
                <c:pt idx="435">
                  <c:v>436</c:v>
                </c:pt>
                <c:pt idx="436">
                  <c:v>437</c:v>
                </c:pt>
                <c:pt idx="437">
                  <c:v>438</c:v>
                </c:pt>
                <c:pt idx="438">
                  <c:v>439</c:v>
                </c:pt>
                <c:pt idx="439">
                  <c:v>440</c:v>
                </c:pt>
                <c:pt idx="440">
                  <c:v>441</c:v>
                </c:pt>
                <c:pt idx="441">
                  <c:v>442</c:v>
                </c:pt>
                <c:pt idx="442">
                  <c:v>443</c:v>
                </c:pt>
                <c:pt idx="443">
                  <c:v>444</c:v>
                </c:pt>
                <c:pt idx="444">
                  <c:v>445</c:v>
                </c:pt>
                <c:pt idx="445">
                  <c:v>446</c:v>
                </c:pt>
                <c:pt idx="446">
                  <c:v>447</c:v>
                </c:pt>
                <c:pt idx="447">
                  <c:v>448</c:v>
                </c:pt>
                <c:pt idx="448">
                  <c:v>449</c:v>
                </c:pt>
                <c:pt idx="449">
                  <c:v>450</c:v>
                </c:pt>
                <c:pt idx="450">
                  <c:v>451</c:v>
                </c:pt>
                <c:pt idx="451">
                  <c:v>452</c:v>
                </c:pt>
                <c:pt idx="452">
                  <c:v>453</c:v>
                </c:pt>
                <c:pt idx="453">
                  <c:v>454</c:v>
                </c:pt>
                <c:pt idx="454">
                  <c:v>455</c:v>
                </c:pt>
                <c:pt idx="455">
                  <c:v>456</c:v>
                </c:pt>
                <c:pt idx="456">
                  <c:v>457</c:v>
                </c:pt>
                <c:pt idx="457">
                  <c:v>458</c:v>
                </c:pt>
                <c:pt idx="458">
                  <c:v>459</c:v>
                </c:pt>
                <c:pt idx="459">
                  <c:v>460</c:v>
                </c:pt>
                <c:pt idx="460">
                  <c:v>461</c:v>
                </c:pt>
                <c:pt idx="461">
                  <c:v>462</c:v>
                </c:pt>
                <c:pt idx="462">
                  <c:v>463</c:v>
                </c:pt>
                <c:pt idx="463">
                  <c:v>464</c:v>
                </c:pt>
                <c:pt idx="464">
                  <c:v>465</c:v>
                </c:pt>
                <c:pt idx="465">
                  <c:v>466</c:v>
                </c:pt>
                <c:pt idx="466">
                  <c:v>467</c:v>
                </c:pt>
                <c:pt idx="467">
                  <c:v>468</c:v>
                </c:pt>
                <c:pt idx="468">
                  <c:v>469</c:v>
                </c:pt>
                <c:pt idx="469">
                  <c:v>470</c:v>
                </c:pt>
                <c:pt idx="470">
                  <c:v>471</c:v>
                </c:pt>
                <c:pt idx="471">
                  <c:v>472</c:v>
                </c:pt>
                <c:pt idx="472">
                  <c:v>473</c:v>
                </c:pt>
                <c:pt idx="473">
                  <c:v>474</c:v>
                </c:pt>
                <c:pt idx="474">
                  <c:v>475</c:v>
                </c:pt>
                <c:pt idx="475">
                  <c:v>476</c:v>
                </c:pt>
                <c:pt idx="476">
                  <c:v>477</c:v>
                </c:pt>
                <c:pt idx="477">
                  <c:v>478</c:v>
                </c:pt>
                <c:pt idx="478">
                  <c:v>479</c:v>
                </c:pt>
                <c:pt idx="479">
                  <c:v>480</c:v>
                </c:pt>
                <c:pt idx="480">
                  <c:v>481</c:v>
                </c:pt>
                <c:pt idx="481">
                  <c:v>482</c:v>
                </c:pt>
                <c:pt idx="482">
                  <c:v>483</c:v>
                </c:pt>
                <c:pt idx="483">
                  <c:v>484</c:v>
                </c:pt>
                <c:pt idx="484">
                  <c:v>485</c:v>
                </c:pt>
                <c:pt idx="485">
                  <c:v>486</c:v>
                </c:pt>
                <c:pt idx="486">
                  <c:v>487</c:v>
                </c:pt>
                <c:pt idx="487">
                  <c:v>488</c:v>
                </c:pt>
                <c:pt idx="488">
                  <c:v>489</c:v>
                </c:pt>
                <c:pt idx="489">
                  <c:v>490</c:v>
                </c:pt>
                <c:pt idx="490">
                  <c:v>491</c:v>
                </c:pt>
                <c:pt idx="491">
                  <c:v>492</c:v>
                </c:pt>
                <c:pt idx="492">
                  <c:v>493</c:v>
                </c:pt>
                <c:pt idx="493">
                  <c:v>494</c:v>
                </c:pt>
                <c:pt idx="494">
                  <c:v>495</c:v>
                </c:pt>
                <c:pt idx="495">
                  <c:v>496</c:v>
                </c:pt>
                <c:pt idx="496">
                  <c:v>497</c:v>
                </c:pt>
                <c:pt idx="497">
                  <c:v>498</c:v>
                </c:pt>
                <c:pt idx="498">
                  <c:v>499</c:v>
                </c:pt>
                <c:pt idx="499">
                  <c:v>500</c:v>
                </c:pt>
                <c:pt idx="500">
                  <c:v>501</c:v>
                </c:pt>
                <c:pt idx="501">
                  <c:v>502</c:v>
                </c:pt>
                <c:pt idx="502">
                  <c:v>503</c:v>
                </c:pt>
                <c:pt idx="503">
                  <c:v>504</c:v>
                </c:pt>
                <c:pt idx="504">
                  <c:v>505</c:v>
                </c:pt>
                <c:pt idx="505">
                  <c:v>506</c:v>
                </c:pt>
                <c:pt idx="506">
                  <c:v>507</c:v>
                </c:pt>
                <c:pt idx="507">
                  <c:v>508</c:v>
                </c:pt>
                <c:pt idx="508">
                  <c:v>509</c:v>
                </c:pt>
                <c:pt idx="509">
                  <c:v>510</c:v>
                </c:pt>
                <c:pt idx="510">
                  <c:v>511</c:v>
                </c:pt>
                <c:pt idx="511">
                  <c:v>512</c:v>
                </c:pt>
                <c:pt idx="512">
                  <c:v>513</c:v>
                </c:pt>
                <c:pt idx="513">
                  <c:v>514</c:v>
                </c:pt>
                <c:pt idx="514">
                  <c:v>515</c:v>
                </c:pt>
                <c:pt idx="515">
                  <c:v>516</c:v>
                </c:pt>
                <c:pt idx="516">
                  <c:v>517</c:v>
                </c:pt>
                <c:pt idx="517">
                  <c:v>518</c:v>
                </c:pt>
                <c:pt idx="518">
                  <c:v>519</c:v>
                </c:pt>
                <c:pt idx="519">
                  <c:v>520</c:v>
                </c:pt>
                <c:pt idx="520">
                  <c:v>521</c:v>
                </c:pt>
                <c:pt idx="521">
                  <c:v>522</c:v>
                </c:pt>
                <c:pt idx="522">
                  <c:v>523</c:v>
                </c:pt>
                <c:pt idx="523">
                  <c:v>524</c:v>
                </c:pt>
                <c:pt idx="524">
                  <c:v>525</c:v>
                </c:pt>
                <c:pt idx="525">
                  <c:v>526</c:v>
                </c:pt>
                <c:pt idx="526">
                  <c:v>527</c:v>
                </c:pt>
                <c:pt idx="527">
                  <c:v>528</c:v>
                </c:pt>
                <c:pt idx="528">
                  <c:v>529</c:v>
                </c:pt>
                <c:pt idx="529">
                  <c:v>530</c:v>
                </c:pt>
                <c:pt idx="530">
                  <c:v>531</c:v>
                </c:pt>
                <c:pt idx="531">
                  <c:v>532</c:v>
                </c:pt>
                <c:pt idx="532">
                  <c:v>533</c:v>
                </c:pt>
                <c:pt idx="533">
                  <c:v>534</c:v>
                </c:pt>
                <c:pt idx="534">
                  <c:v>535</c:v>
                </c:pt>
                <c:pt idx="535">
                  <c:v>536</c:v>
                </c:pt>
                <c:pt idx="536">
                  <c:v>537</c:v>
                </c:pt>
                <c:pt idx="537">
                  <c:v>538</c:v>
                </c:pt>
                <c:pt idx="538">
                  <c:v>539</c:v>
                </c:pt>
                <c:pt idx="539">
                  <c:v>540</c:v>
                </c:pt>
                <c:pt idx="540">
                  <c:v>541</c:v>
                </c:pt>
                <c:pt idx="541">
                  <c:v>542</c:v>
                </c:pt>
                <c:pt idx="542">
                  <c:v>543</c:v>
                </c:pt>
                <c:pt idx="543">
                  <c:v>544</c:v>
                </c:pt>
                <c:pt idx="544">
                  <c:v>545</c:v>
                </c:pt>
                <c:pt idx="545">
                  <c:v>546</c:v>
                </c:pt>
                <c:pt idx="546">
                  <c:v>547</c:v>
                </c:pt>
                <c:pt idx="547">
                  <c:v>548</c:v>
                </c:pt>
                <c:pt idx="548">
                  <c:v>549</c:v>
                </c:pt>
                <c:pt idx="549">
                  <c:v>550</c:v>
                </c:pt>
                <c:pt idx="550">
                  <c:v>551</c:v>
                </c:pt>
                <c:pt idx="551">
                  <c:v>552</c:v>
                </c:pt>
                <c:pt idx="552">
                  <c:v>553</c:v>
                </c:pt>
                <c:pt idx="553">
                  <c:v>554</c:v>
                </c:pt>
                <c:pt idx="554">
                  <c:v>555</c:v>
                </c:pt>
                <c:pt idx="555">
                  <c:v>556</c:v>
                </c:pt>
                <c:pt idx="556">
                  <c:v>557</c:v>
                </c:pt>
                <c:pt idx="557">
                  <c:v>558</c:v>
                </c:pt>
                <c:pt idx="558">
                  <c:v>559</c:v>
                </c:pt>
                <c:pt idx="559">
                  <c:v>560</c:v>
                </c:pt>
                <c:pt idx="560">
                  <c:v>561</c:v>
                </c:pt>
                <c:pt idx="561">
                  <c:v>562</c:v>
                </c:pt>
                <c:pt idx="562">
                  <c:v>563</c:v>
                </c:pt>
                <c:pt idx="563">
                  <c:v>564</c:v>
                </c:pt>
                <c:pt idx="564">
                  <c:v>565</c:v>
                </c:pt>
                <c:pt idx="565">
                  <c:v>566</c:v>
                </c:pt>
                <c:pt idx="566">
                  <c:v>567</c:v>
                </c:pt>
                <c:pt idx="567">
                  <c:v>568</c:v>
                </c:pt>
                <c:pt idx="568">
                  <c:v>569</c:v>
                </c:pt>
                <c:pt idx="569">
                  <c:v>570</c:v>
                </c:pt>
                <c:pt idx="570">
                  <c:v>571</c:v>
                </c:pt>
                <c:pt idx="571">
                  <c:v>572</c:v>
                </c:pt>
                <c:pt idx="572">
                  <c:v>573</c:v>
                </c:pt>
                <c:pt idx="573">
                  <c:v>574</c:v>
                </c:pt>
                <c:pt idx="574">
                  <c:v>575</c:v>
                </c:pt>
                <c:pt idx="575">
                  <c:v>576</c:v>
                </c:pt>
                <c:pt idx="576">
                  <c:v>577</c:v>
                </c:pt>
                <c:pt idx="577">
                  <c:v>578</c:v>
                </c:pt>
                <c:pt idx="578">
                  <c:v>579</c:v>
                </c:pt>
                <c:pt idx="579">
                  <c:v>580</c:v>
                </c:pt>
                <c:pt idx="580">
                  <c:v>581</c:v>
                </c:pt>
                <c:pt idx="581">
                  <c:v>582</c:v>
                </c:pt>
                <c:pt idx="582">
                  <c:v>583</c:v>
                </c:pt>
                <c:pt idx="583">
                  <c:v>584</c:v>
                </c:pt>
                <c:pt idx="584">
                  <c:v>585</c:v>
                </c:pt>
                <c:pt idx="585">
                  <c:v>586</c:v>
                </c:pt>
                <c:pt idx="586">
                  <c:v>587</c:v>
                </c:pt>
                <c:pt idx="587">
                  <c:v>588</c:v>
                </c:pt>
                <c:pt idx="588">
                  <c:v>589</c:v>
                </c:pt>
                <c:pt idx="589">
                  <c:v>590</c:v>
                </c:pt>
                <c:pt idx="590">
                  <c:v>591</c:v>
                </c:pt>
                <c:pt idx="591">
                  <c:v>592</c:v>
                </c:pt>
                <c:pt idx="592">
                  <c:v>593</c:v>
                </c:pt>
                <c:pt idx="593">
                  <c:v>594</c:v>
                </c:pt>
                <c:pt idx="594">
                  <c:v>595</c:v>
                </c:pt>
                <c:pt idx="595">
                  <c:v>596</c:v>
                </c:pt>
                <c:pt idx="596">
                  <c:v>597</c:v>
                </c:pt>
                <c:pt idx="597">
                  <c:v>598</c:v>
                </c:pt>
                <c:pt idx="598">
                  <c:v>599</c:v>
                </c:pt>
                <c:pt idx="599">
                  <c:v>600</c:v>
                </c:pt>
                <c:pt idx="600">
                  <c:v>601</c:v>
                </c:pt>
                <c:pt idx="601">
                  <c:v>602</c:v>
                </c:pt>
                <c:pt idx="602">
                  <c:v>603</c:v>
                </c:pt>
                <c:pt idx="603">
                  <c:v>604</c:v>
                </c:pt>
                <c:pt idx="604">
                  <c:v>605</c:v>
                </c:pt>
                <c:pt idx="605">
                  <c:v>606</c:v>
                </c:pt>
                <c:pt idx="606">
                  <c:v>607</c:v>
                </c:pt>
                <c:pt idx="607">
                  <c:v>608</c:v>
                </c:pt>
                <c:pt idx="608">
                  <c:v>609</c:v>
                </c:pt>
                <c:pt idx="609">
                  <c:v>610</c:v>
                </c:pt>
                <c:pt idx="610">
                  <c:v>611</c:v>
                </c:pt>
                <c:pt idx="611">
                  <c:v>612</c:v>
                </c:pt>
                <c:pt idx="612">
                  <c:v>613</c:v>
                </c:pt>
                <c:pt idx="613">
                  <c:v>614</c:v>
                </c:pt>
                <c:pt idx="614">
                  <c:v>615</c:v>
                </c:pt>
                <c:pt idx="615">
                  <c:v>616</c:v>
                </c:pt>
                <c:pt idx="616">
                  <c:v>617</c:v>
                </c:pt>
                <c:pt idx="617">
                  <c:v>618</c:v>
                </c:pt>
                <c:pt idx="618">
                  <c:v>619</c:v>
                </c:pt>
                <c:pt idx="619">
                  <c:v>620</c:v>
                </c:pt>
                <c:pt idx="620">
                  <c:v>621</c:v>
                </c:pt>
                <c:pt idx="621">
                  <c:v>622</c:v>
                </c:pt>
                <c:pt idx="622">
                  <c:v>623</c:v>
                </c:pt>
                <c:pt idx="623">
                  <c:v>624</c:v>
                </c:pt>
                <c:pt idx="624">
                  <c:v>625</c:v>
                </c:pt>
                <c:pt idx="625">
                  <c:v>626</c:v>
                </c:pt>
                <c:pt idx="626">
                  <c:v>627</c:v>
                </c:pt>
                <c:pt idx="627">
                  <c:v>628</c:v>
                </c:pt>
                <c:pt idx="628">
                  <c:v>629</c:v>
                </c:pt>
                <c:pt idx="629">
                  <c:v>630</c:v>
                </c:pt>
                <c:pt idx="630">
                  <c:v>631</c:v>
                </c:pt>
                <c:pt idx="631">
                  <c:v>632</c:v>
                </c:pt>
                <c:pt idx="632">
                  <c:v>633</c:v>
                </c:pt>
                <c:pt idx="633">
                  <c:v>634</c:v>
                </c:pt>
                <c:pt idx="634">
                  <c:v>635</c:v>
                </c:pt>
                <c:pt idx="635">
                  <c:v>636</c:v>
                </c:pt>
                <c:pt idx="636">
                  <c:v>637</c:v>
                </c:pt>
                <c:pt idx="637">
                  <c:v>638</c:v>
                </c:pt>
                <c:pt idx="638">
                  <c:v>639</c:v>
                </c:pt>
                <c:pt idx="639">
                  <c:v>640</c:v>
                </c:pt>
                <c:pt idx="640">
                  <c:v>641</c:v>
                </c:pt>
                <c:pt idx="641">
                  <c:v>642</c:v>
                </c:pt>
                <c:pt idx="642">
                  <c:v>643</c:v>
                </c:pt>
                <c:pt idx="643">
                  <c:v>644</c:v>
                </c:pt>
                <c:pt idx="644">
                  <c:v>645</c:v>
                </c:pt>
                <c:pt idx="645">
                  <c:v>646</c:v>
                </c:pt>
                <c:pt idx="646">
                  <c:v>647</c:v>
                </c:pt>
                <c:pt idx="647">
                  <c:v>648</c:v>
                </c:pt>
                <c:pt idx="648">
                  <c:v>649</c:v>
                </c:pt>
                <c:pt idx="649">
                  <c:v>650</c:v>
                </c:pt>
                <c:pt idx="650">
                  <c:v>651</c:v>
                </c:pt>
                <c:pt idx="651">
                  <c:v>652</c:v>
                </c:pt>
                <c:pt idx="652">
                  <c:v>653</c:v>
                </c:pt>
                <c:pt idx="653">
                  <c:v>654</c:v>
                </c:pt>
                <c:pt idx="654">
                  <c:v>655</c:v>
                </c:pt>
                <c:pt idx="655">
                  <c:v>656</c:v>
                </c:pt>
                <c:pt idx="656">
                  <c:v>657</c:v>
                </c:pt>
                <c:pt idx="657">
                  <c:v>658</c:v>
                </c:pt>
                <c:pt idx="658">
                  <c:v>659</c:v>
                </c:pt>
                <c:pt idx="659">
                  <c:v>660</c:v>
                </c:pt>
                <c:pt idx="660">
                  <c:v>661</c:v>
                </c:pt>
                <c:pt idx="661">
                  <c:v>662</c:v>
                </c:pt>
                <c:pt idx="662">
                  <c:v>663</c:v>
                </c:pt>
                <c:pt idx="663">
                  <c:v>664</c:v>
                </c:pt>
                <c:pt idx="664">
                  <c:v>665</c:v>
                </c:pt>
                <c:pt idx="665">
                  <c:v>666</c:v>
                </c:pt>
                <c:pt idx="666">
                  <c:v>667</c:v>
                </c:pt>
                <c:pt idx="667">
                  <c:v>668</c:v>
                </c:pt>
                <c:pt idx="668">
                  <c:v>669</c:v>
                </c:pt>
                <c:pt idx="669">
                  <c:v>670</c:v>
                </c:pt>
                <c:pt idx="670">
                  <c:v>671</c:v>
                </c:pt>
                <c:pt idx="671">
                  <c:v>672</c:v>
                </c:pt>
                <c:pt idx="672">
                  <c:v>673</c:v>
                </c:pt>
                <c:pt idx="673">
                  <c:v>674</c:v>
                </c:pt>
                <c:pt idx="674">
                  <c:v>675</c:v>
                </c:pt>
                <c:pt idx="675">
                  <c:v>676</c:v>
                </c:pt>
                <c:pt idx="676">
                  <c:v>677</c:v>
                </c:pt>
                <c:pt idx="677">
                  <c:v>678</c:v>
                </c:pt>
                <c:pt idx="678">
                  <c:v>679</c:v>
                </c:pt>
                <c:pt idx="679">
                  <c:v>680</c:v>
                </c:pt>
                <c:pt idx="680">
                  <c:v>681</c:v>
                </c:pt>
                <c:pt idx="681">
                  <c:v>682</c:v>
                </c:pt>
                <c:pt idx="682">
                  <c:v>683</c:v>
                </c:pt>
                <c:pt idx="683">
                  <c:v>684</c:v>
                </c:pt>
                <c:pt idx="684">
                  <c:v>685</c:v>
                </c:pt>
                <c:pt idx="685">
                  <c:v>686</c:v>
                </c:pt>
                <c:pt idx="686">
                  <c:v>687</c:v>
                </c:pt>
                <c:pt idx="687">
                  <c:v>688</c:v>
                </c:pt>
                <c:pt idx="688">
                  <c:v>689</c:v>
                </c:pt>
                <c:pt idx="689">
                  <c:v>690</c:v>
                </c:pt>
                <c:pt idx="690">
                  <c:v>691</c:v>
                </c:pt>
                <c:pt idx="691">
                  <c:v>692</c:v>
                </c:pt>
                <c:pt idx="692">
                  <c:v>693</c:v>
                </c:pt>
                <c:pt idx="693">
                  <c:v>694</c:v>
                </c:pt>
                <c:pt idx="694">
                  <c:v>695</c:v>
                </c:pt>
                <c:pt idx="695">
                  <c:v>696</c:v>
                </c:pt>
                <c:pt idx="696">
                  <c:v>697</c:v>
                </c:pt>
                <c:pt idx="697">
                  <c:v>698</c:v>
                </c:pt>
                <c:pt idx="698">
                  <c:v>699</c:v>
                </c:pt>
                <c:pt idx="699">
                  <c:v>700</c:v>
                </c:pt>
                <c:pt idx="700">
                  <c:v>701</c:v>
                </c:pt>
                <c:pt idx="701">
                  <c:v>702</c:v>
                </c:pt>
                <c:pt idx="702">
                  <c:v>703</c:v>
                </c:pt>
                <c:pt idx="703">
                  <c:v>704</c:v>
                </c:pt>
                <c:pt idx="704">
                  <c:v>705</c:v>
                </c:pt>
                <c:pt idx="705">
                  <c:v>706</c:v>
                </c:pt>
                <c:pt idx="706">
                  <c:v>707</c:v>
                </c:pt>
                <c:pt idx="707">
                  <c:v>708</c:v>
                </c:pt>
                <c:pt idx="708">
                  <c:v>709</c:v>
                </c:pt>
                <c:pt idx="709">
                  <c:v>710</c:v>
                </c:pt>
                <c:pt idx="710">
                  <c:v>711</c:v>
                </c:pt>
                <c:pt idx="711">
                  <c:v>712</c:v>
                </c:pt>
                <c:pt idx="712">
                  <c:v>713</c:v>
                </c:pt>
                <c:pt idx="713">
                  <c:v>714</c:v>
                </c:pt>
                <c:pt idx="714">
                  <c:v>715</c:v>
                </c:pt>
                <c:pt idx="715">
                  <c:v>716</c:v>
                </c:pt>
                <c:pt idx="716">
                  <c:v>717</c:v>
                </c:pt>
                <c:pt idx="717">
                  <c:v>718</c:v>
                </c:pt>
                <c:pt idx="718">
                  <c:v>719</c:v>
                </c:pt>
                <c:pt idx="719">
                  <c:v>720</c:v>
                </c:pt>
                <c:pt idx="720">
                  <c:v>721</c:v>
                </c:pt>
                <c:pt idx="721">
                  <c:v>722</c:v>
                </c:pt>
                <c:pt idx="722">
                  <c:v>723</c:v>
                </c:pt>
                <c:pt idx="723">
                  <c:v>724</c:v>
                </c:pt>
                <c:pt idx="724">
                  <c:v>725</c:v>
                </c:pt>
                <c:pt idx="725">
                  <c:v>726</c:v>
                </c:pt>
                <c:pt idx="726">
                  <c:v>727</c:v>
                </c:pt>
                <c:pt idx="727">
                  <c:v>728</c:v>
                </c:pt>
                <c:pt idx="728">
                  <c:v>729</c:v>
                </c:pt>
                <c:pt idx="729">
                  <c:v>730</c:v>
                </c:pt>
                <c:pt idx="730">
                  <c:v>731</c:v>
                </c:pt>
                <c:pt idx="731">
                  <c:v>732</c:v>
                </c:pt>
                <c:pt idx="732">
                  <c:v>733</c:v>
                </c:pt>
                <c:pt idx="733">
                  <c:v>734</c:v>
                </c:pt>
                <c:pt idx="734">
                  <c:v>735</c:v>
                </c:pt>
                <c:pt idx="735">
                  <c:v>736</c:v>
                </c:pt>
                <c:pt idx="736">
                  <c:v>737</c:v>
                </c:pt>
                <c:pt idx="737">
                  <c:v>738</c:v>
                </c:pt>
                <c:pt idx="738">
                  <c:v>739</c:v>
                </c:pt>
                <c:pt idx="739">
                  <c:v>740</c:v>
                </c:pt>
                <c:pt idx="740">
                  <c:v>741</c:v>
                </c:pt>
                <c:pt idx="741">
                  <c:v>742</c:v>
                </c:pt>
                <c:pt idx="742">
                  <c:v>743</c:v>
                </c:pt>
                <c:pt idx="743">
                  <c:v>744</c:v>
                </c:pt>
                <c:pt idx="744">
                  <c:v>745</c:v>
                </c:pt>
                <c:pt idx="745">
                  <c:v>746</c:v>
                </c:pt>
                <c:pt idx="746">
                  <c:v>747</c:v>
                </c:pt>
                <c:pt idx="747">
                  <c:v>748</c:v>
                </c:pt>
                <c:pt idx="748">
                  <c:v>749</c:v>
                </c:pt>
                <c:pt idx="749">
                  <c:v>750</c:v>
                </c:pt>
                <c:pt idx="750">
                  <c:v>751</c:v>
                </c:pt>
                <c:pt idx="751">
                  <c:v>752</c:v>
                </c:pt>
                <c:pt idx="752">
                  <c:v>753</c:v>
                </c:pt>
                <c:pt idx="753">
                  <c:v>754</c:v>
                </c:pt>
                <c:pt idx="754">
                  <c:v>755</c:v>
                </c:pt>
                <c:pt idx="755">
                  <c:v>756</c:v>
                </c:pt>
                <c:pt idx="756">
                  <c:v>757</c:v>
                </c:pt>
                <c:pt idx="757">
                  <c:v>758</c:v>
                </c:pt>
                <c:pt idx="758">
                  <c:v>759</c:v>
                </c:pt>
                <c:pt idx="759">
                  <c:v>760</c:v>
                </c:pt>
                <c:pt idx="760">
                  <c:v>761</c:v>
                </c:pt>
                <c:pt idx="761">
                  <c:v>762</c:v>
                </c:pt>
                <c:pt idx="762">
                  <c:v>763</c:v>
                </c:pt>
                <c:pt idx="763">
                  <c:v>764</c:v>
                </c:pt>
                <c:pt idx="764">
                  <c:v>765</c:v>
                </c:pt>
                <c:pt idx="765">
                  <c:v>766</c:v>
                </c:pt>
                <c:pt idx="766">
                  <c:v>767</c:v>
                </c:pt>
                <c:pt idx="767">
                  <c:v>768</c:v>
                </c:pt>
                <c:pt idx="768">
                  <c:v>769</c:v>
                </c:pt>
                <c:pt idx="769">
                  <c:v>770</c:v>
                </c:pt>
                <c:pt idx="770">
                  <c:v>771</c:v>
                </c:pt>
                <c:pt idx="771">
                  <c:v>772</c:v>
                </c:pt>
                <c:pt idx="772">
                  <c:v>773</c:v>
                </c:pt>
                <c:pt idx="773">
                  <c:v>774</c:v>
                </c:pt>
                <c:pt idx="774">
                  <c:v>775</c:v>
                </c:pt>
                <c:pt idx="775">
                  <c:v>776</c:v>
                </c:pt>
                <c:pt idx="776">
                  <c:v>777</c:v>
                </c:pt>
                <c:pt idx="777">
                  <c:v>778</c:v>
                </c:pt>
                <c:pt idx="778">
                  <c:v>779</c:v>
                </c:pt>
                <c:pt idx="779">
                  <c:v>780</c:v>
                </c:pt>
                <c:pt idx="780">
                  <c:v>781</c:v>
                </c:pt>
                <c:pt idx="781">
                  <c:v>782</c:v>
                </c:pt>
                <c:pt idx="782">
                  <c:v>783</c:v>
                </c:pt>
                <c:pt idx="783">
                  <c:v>784</c:v>
                </c:pt>
                <c:pt idx="784">
                  <c:v>785</c:v>
                </c:pt>
                <c:pt idx="785">
                  <c:v>786</c:v>
                </c:pt>
                <c:pt idx="786">
                  <c:v>787</c:v>
                </c:pt>
                <c:pt idx="787">
                  <c:v>788</c:v>
                </c:pt>
                <c:pt idx="788">
                  <c:v>789</c:v>
                </c:pt>
                <c:pt idx="789">
                  <c:v>790</c:v>
                </c:pt>
                <c:pt idx="790">
                  <c:v>791</c:v>
                </c:pt>
                <c:pt idx="791">
                  <c:v>792</c:v>
                </c:pt>
                <c:pt idx="792">
                  <c:v>793</c:v>
                </c:pt>
                <c:pt idx="793">
                  <c:v>794</c:v>
                </c:pt>
                <c:pt idx="794">
                  <c:v>795</c:v>
                </c:pt>
                <c:pt idx="795">
                  <c:v>796</c:v>
                </c:pt>
                <c:pt idx="796">
                  <c:v>797</c:v>
                </c:pt>
                <c:pt idx="797">
                  <c:v>798</c:v>
                </c:pt>
                <c:pt idx="798">
                  <c:v>799</c:v>
                </c:pt>
                <c:pt idx="799">
                  <c:v>800</c:v>
                </c:pt>
                <c:pt idx="800">
                  <c:v>801</c:v>
                </c:pt>
                <c:pt idx="801">
                  <c:v>802</c:v>
                </c:pt>
                <c:pt idx="802">
                  <c:v>803</c:v>
                </c:pt>
                <c:pt idx="803">
                  <c:v>804</c:v>
                </c:pt>
                <c:pt idx="804">
                  <c:v>805</c:v>
                </c:pt>
                <c:pt idx="805">
                  <c:v>806</c:v>
                </c:pt>
                <c:pt idx="806">
                  <c:v>807</c:v>
                </c:pt>
                <c:pt idx="807">
                  <c:v>808</c:v>
                </c:pt>
                <c:pt idx="808">
                  <c:v>809</c:v>
                </c:pt>
                <c:pt idx="809">
                  <c:v>810</c:v>
                </c:pt>
                <c:pt idx="810">
                  <c:v>811</c:v>
                </c:pt>
                <c:pt idx="811">
                  <c:v>812</c:v>
                </c:pt>
                <c:pt idx="812">
                  <c:v>813</c:v>
                </c:pt>
                <c:pt idx="813">
                  <c:v>814</c:v>
                </c:pt>
                <c:pt idx="814">
                  <c:v>815</c:v>
                </c:pt>
                <c:pt idx="815">
                  <c:v>816</c:v>
                </c:pt>
                <c:pt idx="816">
                  <c:v>817</c:v>
                </c:pt>
                <c:pt idx="817">
                  <c:v>818</c:v>
                </c:pt>
                <c:pt idx="818">
                  <c:v>819</c:v>
                </c:pt>
                <c:pt idx="819">
                  <c:v>820</c:v>
                </c:pt>
                <c:pt idx="820">
                  <c:v>821</c:v>
                </c:pt>
                <c:pt idx="821">
                  <c:v>822</c:v>
                </c:pt>
                <c:pt idx="822">
                  <c:v>823</c:v>
                </c:pt>
                <c:pt idx="823">
                  <c:v>824</c:v>
                </c:pt>
                <c:pt idx="824">
                  <c:v>825</c:v>
                </c:pt>
                <c:pt idx="825">
                  <c:v>826</c:v>
                </c:pt>
                <c:pt idx="826">
                  <c:v>827</c:v>
                </c:pt>
                <c:pt idx="827">
                  <c:v>828</c:v>
                </c:pt>
                <c:pt idx="828">
                  <c:v>829</c:v>
                </c:pt>
                <c:pt idx="829">
                  <c:v>830</c:v>
                </c:pt>
                <c:pt idx="830">
                  <c:v>831</c:v>
                </c:pt>
                <c:pt idx="831">
                  <c:v>832</c:v>
                </c:pt>
                <c:pt idx="832">
                  <c:v>833</c:v>
                </c:pt>
                <c:pt idx="833">
                  <c:v>834</c:v>
                </c:pt>
                <c:pt idx="834">
                  <c:v>835</c:v>
                </c:pt>
                <c:pt idx="835">
                  <c:v>836</c:v>
                </c:pt>
                <c:pt idx="836">
                  <c:v>837</c:v>
                </c:pt>
                <c:pt idx="837">
                  <c:v>838</c:v>
                </c:pt>
                <c:pt idx="838">
                  <c:v>839</c:v>
                </c:pt>
                <c:pt idx="839">
                  <c:v>840</c:v>
                </c:pt>
                <c:pt idx="840">
                  <c:v>841</c:v>
                </c:pt>
                <c:pt idx="841">
                  <c:v>842</c:v>
                </c:pt>
                <c:pt idx="842">
                  <c:v>843</c:v>
                </c:pt>
                <c:pt idx="843">
                  <c:v>844</c:v>
                </c:pt>
                <c:pt idx="844">
                  <c:v>845</c:v>
                </c:pt>
                <c:pt idx="845">
                  <c:v>846</c:v>
                </c:pt>
                <c:pt idx="846">
                  <c:v>847</c:v>
                </c:pt>
                <c:pt idx="847">
                  <c:v>848</c:v>
                </c:pt>
                <c:pt idx="848">
                  <c:v>849</c:v>
                </c:pt>
                <c:pt idx="849">
                  <c:v>850</c:v>
                </c:pt>
                <c:pt idx="850">
                  <c:v>851</c:v>
                </c:pt>
                <c:pt idx="851">
                  <c:v>852</c:v>
                </c:pt>
                <c:pt idx="852">
                  <c:v>853</c:v>
                </c:pt>
                <c:pt idx="853">
                  <c:v>854</c:v>
                </c:pt>
                <c:pt idx="854">
                  <c:v>855</c:v>
                </c:pt>
                <c:pt idx="855">
                  <c:v>856</c:v>
                </c:pt>
                <c:pt idx="856">
                  <c:v>857</c:v>
                </c:pt>
                <c:pt idx="857">
                  <c:v>858</c:v>
                </c:pt>
                <c:pt idx="858">
                  <c:v>859</c:v>
                </c:pt>
                <c:pt idx="859">
                  <c:v>860</c:v>
                </c:pt>
                <c:pt idx="860">
                  <c:v>861</c:v>
                </c:pt>
                <c:pt idx="861">
                  <c:v>862</c:v>
                </c:pt>
                <c:pt idx="862">
                  <c:v>863</c:v>
                </c:pt>
                <c:pt idx="863">
                  <c:v>864</c:v>
                </c:pt>
                <c:pt idx="864">
                  <c:v>865</c:v>
                </c:pt>
                <c:pt idx="865">
                  <c:v>866</c:v>
                </c:pt>
                <c:pt idx="866">
                  <c:v>867</c:v>
                </c:pt>
                <c:pt idx="867">
                  <c:v>868</c:v>
                </c:pt>
                <c:pt idx="868">
                  <c:v>869</c:v>
                </c:pt>
                <c:pt idx="869">
                  <c:v>870</c:v>
                </c:pt>
                <c:pt idx="870">
                  <c:v>871</c:v>
                </c:pt>
                <c:pt idx="871">
                  <c:v>872</c:v>
                </c:pt>
                <c:pt idx="872">
                  <c:v>873</c:v>
                </c:pt>
                <c:pt idx="873">
                  <c:v>874</c:v>
                </c:pt>
                <c:pt idx="874">
                  <c:v>875</c:v>
                </c:pt>
                <c:pt idx="875">
                  <c:v>876</c:v>
                </c:pt>
                <c:pt idx="876">
                  <c:v>877</c:v>
                </c:pt>
                <c:pt idx="877">
                  <c:v>878</c:v>
                </c:pt>
                <c:pt idx="878">
                  <c:v>879</c:v>
                </c:pt>
                <c:pt idx="879">
                  <c:v>880</c:v>
                </c:pt>
                <c:pt idx="880">
                  <c:v>881</c:v>
                </c:pt>
                <c:pt idx="881">
                  <c:v>882</c:v>
                </c:pt>
                <c:pt idx="882">
                  <c:v>883</c:v>
                </c:pt>
                <c:pt idx="883">
                  <c:v>884</c:v>
                </c:pt>
                <c:pt idx="884">
                  <c:v>885</c:v>
                </c:pt>
                <c:pt idx="885">
                  <c:v>886</c:v>
                </c:pt>
                <c:pt idx="886">
                  <c:v>887</c:v>
                </c:pt>
                <c:pt idx="887">
                  <c:v>888</c:v>
                </c:pt>
                <c:pt idx="888">
                  <c:v>889</c:v>
                </c:pt>
                <c:pt idx="889">
                  <c:v>890</c:v>
                </c:pt>
                <c:pt idx="890">
                  <c:v>891</c:v>
                </c:pt>
                <c:pt idx="891">
                  <c:v>892</c:v>
                </c:pt>
                <c:pt idx="892">
                  <c:v>893</c:v>
                </c:pt>
                <c:pt idx="893">
                  <c:v>894</c:v>
                </c:pt>
                <c:pt idx="894">
                  <c:v>895</c:v>
                </c:pt>
                <c:pt idx="895">
                  <c:v>896</c:v>
                </c:pt>
                <c:pt idx="896">
                  <c:v>897</c:v>
                </c:pt>
                <c:pt idx="897">
                  <c:v>898</c:v>
                </c:pt>
                <c:pt idx="898">
                  <c:v>899</c:v>
                </c:pt>
                <c:pt idx="899">
                  <c:v>900</c:v>
                </c:pt>
                <c:pt idx="900">
                  <c:v>901</c:v>
                </c:pt>
                <c:pt idx="901">
                  <c:v>902</c:v>
                </c:pt>
                <c:pt idx="902">
                  <c:v>903</c:v>
                </c:pt>
                <c:pt idx="903">
                  <c:v>904</c:v>
                </c:pt>
                <c:pt idx="904">
                  <c:v>905</c:v>
                </c:pt>
                <c:pt idx="905">
                  <c:v>906</c:v>
                </c:pt>
                <c:pt idx="906">
                  <c:v>907</c:v>
                </c:pt>
                <c:pt idx="907">
                  <c:v>908</c:v>
                </c:pt>
                <c:pt idx="908">
                  <c:v>909</c:v>
                </c:pt>
                <c:pt idx="909">
                  <c:v>910</c:v>
                </c:pt>
                <c:pt idx="910">
                  <c:v>911</c:v>
                </c:pt>
                <c:pt idx="911">
                  <c:v>912</c:v>
                </c:pt>
                <c:pt idx="912">
                  <c:v>913</c:v>
                </c:pt>
                <c:pt idx="913">
                  <c:v>914</c:v>
                </c:pt>
                <c:pt idx="914">
                  <c:v>915</c:v>
                </c:pt>
                <c:pt idx="915">
                  <c:v>916</c:v>
                </c:pt>
                <c:pt idx="916">
                  <c:v>917</c:v>
                </c:pt>
                <c:pt idx="917">
                  <c:v>918</c:v>
                </c:pt>
                <c:pt idx="918">
                  <c:v>919</c:v>
                </c:pt>
                <c:pt idx="919">
                  <c:v>920</c:v>
                </c:pt>
                <c:pt idx="920">
                  <c:v>921</c:v>
                </c:pt>
                <c:pt idx="921">
                  <c:v>922</c:v>
                </c:pt>
                <c:pt idx="922">
                  <c:v>923</c:v>
                </c:pt>
                <c:pt idx="923">
                  <c:v>924</c:v>
                </c:pt>
                <c:pt idx="924">
                  <c:v>925</c:v>
                </c:pt>
                <c:pt idx="925">
                  <c:v>926</c:v>
                </c:pt>
                <c:pt idx="926">
                  <c:v>927</c:v>
                </c:pt>
                <c:pt idx="927">
                  <c:v>928</c:v>
                </c:pt>
                <c:pt idx="928">
                  <c:v>929</c:v>
                </c:pt>
                <c:pt idx="929">
                  <c:v>930</c:v>
                </c:pt>
                <c:pt idx="930">
                  <c:v>931</c:v>
                </c:pt>
                <c:pt idx="931">
                  <c:v>932</c:v>
                </c:pt>
                <c:pt idx="932">
                  <c:v>933</c:v>
                </c:pt>
                <c:pt idx="933">
                  <c:v>934</c:v>
                </c:pt>
                <c:pt idx="934">
                  <c:v>935</c:v>
                </c:pt>
                <c:pt idx="935">
                  <c:v>936</c:v>
                </c:pt>
                <c:pt idx="936">
                  <c:v>937</c:v>
                </c:pt>
                <c:pt idx="937">
                  <c:v>938</c:v>
                </c:pt>
                <c:pt idx="938">
                  <c:v>939</c:v>
                </c:pt>
                <c:pt idx="939">
                  <c:v>940</c:v>
                </c:pt>
                <c:pt idx="940">
                  <c:v>941</c:v>
                </c:pt>
                <c:pt idx="941">
                  <c:v>942</c:v>
                </c:pt>
                <c:pt idx="942">
                  <c:v>943</c:v>
                </c:pt>
                <c:pt idx="943">
                  <c:v>944</c:v>
                </c:pt>
                <c:pt idx="944">
                  <c:v>945</c:v>
                </c:pt>
                <c:pt idx="945">
                  <c:v>946</c:v>
                </c:pt>
                <c:pt idx="946">
                  <c:v>947</c:v>
                </c:pt>
                <c:pt idx="947">
                  <c:v>948</c:v>
                </c:pt>
                <c:pt idx="948">
                  <c:v>949</c:v>
                </c:pt>
                <c:pt idx="949">
                  <c:v>950</c:v>
                </c:pt>
                <c:pt idx="950">
                  <c:v>951</c:v>
                </c:pt>
                <c:pt idx="951">
                  <c:v>952</c:v>
                </c:pt>
                <c:pt idx="952">
                  <c:v>953</c:v>
                </c:pt>
                <c:pt idx="953">
                  <c:v>954</c:v>
                </c:pt>
                <c:pt idx="954">
                  <c:v>955</c:v>
                </c:pt>
                <c:pt idx="955">
                  <c:v>956</c:v>
                </c:pt>
                <c:pt idx="956">
                  <c:v>957</c:v>
                </c:pt>
                <c:pt idx="957">
                  <c:v>958</c:v>
                </c:pt>
                <c:pt idx="958">
                  <c:v>959</c:v>
                </c:pt>
                <c:pt idx="959">
                  <c:v>960</c:v>
                </c:pt>
                <c:pt idx="960">
                  <c:v>961</c:v>
                </c:pt>
                <c:pt idx="961">
                  <c:v>962</c:v>
                </c:pt>
                <c:pt idx="962">
                  <c:v>963</c:v>
                </c:pt>
                <c:pt idx="963">
                  <c:v>964</c:v>
                </c:pt>
                <c:pt idx="964">
                  <c:v>965</c:v>
                </c:pt>
                <c:pt idx="965">
                  <c:v>966</c:v>
                </c:pt>
                <c:pt idx="966">
                  <c:v>967</c:v>
                </c:pt>
                <c:pt idx="967">
                  <c:v>968</c:v>
                </c:pt>
                <c:pt idx="968">
                  <c:v>969</c:v>
                </c:pt>
                <c:pt idx="969">
                  <c:v>970</c:v>
                </c:pt>
                <c:pt idx="970">
                  <c:v>971</c:v>
                </c:pt>
                <c:pt idx="971">
                  <c:v>972</c:v>
                </c:pt>
                <c:pt idx="972">
                  <c:v>973</c:v>
                </c:pt>
                <c:pt idx="973">
                  <c:v>974</c:v>
                </c:pt>
                <c:pt idx="974">
                  <c:v>975</c:v>
                </c:pt>
                <c:pt idx="975">
                  <c:v>976</c:v>
                </c:pt>
                <c:pt idx="976">
                  <c:v>977</c:v>
                </c:pt>
                <c:pt idx="977">
                  <c:v>978</c:v>
                </c:pt>
                <c:pt idx="978">
                  <c:v>979</c:v>
                </c:pt>
                <c:pt idx="979">
                  <c:v>980</c:v>
                </c:pt>
                <c:pt idx="980">
                  <c:v>981</c:v>
                </c:pt>
                <c:pt idx="981">
                  <c:v>982</c:v>
                </c:pt>
                <c:pt idx="982">
                  <c:v>983</c:v>
                </c:pt>
                <c:pt idx="983">
                  <c:v>984</c:v>
                </c:pt>
                <c:pt idx="984">
                  <c:v>985</c:v>
                </c:pt>
                <c:pt idx="985">
                  <c:v>986</c:v>
                </c:pt>
                <c:pt idx="986">
                  <c:v>987</c:v>
                </c:pt>
                <c:pt idx="987">
                  <c:v>988</c:v>
                </c:pt>
                <c:pt idx="988">
                  <c:v>989</c:v>
                </c:pt>
                <c:pt idx="989">
                  <c:v>990</c:v>
                </c:pt>
                <c:pt idx="990">
                  <c:v>991</c:v>
                </c:pt>
                <c:pt idx="991">
                  <c:v>992</c:v>
                </c:pt>
                <c:pt idx="992">
                  <c:v>993</c:v>
                </c:pt>
                <c:pt idx="993">
                  <c:v>994</c:v>
                </c:pt>
                <c:pt idx="994">
                  <c:v>995</c:v>
                </c:pt>
                <c:pt idx="995">
                  <c:v>996</c:v>
                </c:pt>
                <c:pt idx="996">
                  <c:v>997</c:v>
                </c:pt>
                <c:pt idx="997">
                  <c:v>998</c:v>
                </c:pt>
                <c:pt idx="998">
                  <c:v>999</c:v>
                </c:pt>
                <c:pt idx="999">
                  <c:v>1000</c:v>
                </c:pt>
                <c:pt idx="1000">
                  <c:v>1001</c:v>
                </c:pt>
                <c:pt idx="1001">
                  <c:v>1002</c:v>
                </c:pt>
                <c:pt idx="1002">
                  <c:v>1003</c:v>
                </c:pt>
                <c:pt idx="1003">
                  <c:v>1004</c:v>
                </c:pt>
                <c:pt idx="1004">
                  <c:v>1005</c:v>
                </c:pt>
                <c:pt idx="1005">
                  <c:v>1006</c:v>
                </c:pt>
                <c:pt idx="1006">
                  <c:v>1007</c:v>
                </c:pt>
                <c:pt idx="1007">
                  <c:v>1008</c:v>
                </c:pt>
                <c:pt idx="1008">
                  <c:v>1009</c:v>
                </c:pt>
                <c:pt idx="1009">
                  <c:v>1010</c:v>
                </c:pt>
                <c:pt idx="1010">
                  <c:v>1011</c:v>
                </c:pt>
                <c:pt idx="1011">
                  <c:v>1012</c:v>
                </c:pt>
                <c:pt idx="1012">
                  <c:v>1013</c:v>
                </c:pt>
                <c:pt idx="1013">
                  <c:v>1014</c:v>
                </c:pt>
                <c:pt idx="1014">
                  <c:v>1015</c:v>
                </c:pt>
                <c:pt idx="1015">
                  <c:v>1016</c:v>
                </c:pt>
                <c:pt idx="1016">
                  <c:v>1017</c:v>
                </c:pt>
                <c:pt idx="1017">
                  <c:v>1018</c:v>
                </c:pt>
                <c:pt idx="1018">
                  <c:v>1019</c:v>
                </c:pt>
                <c:pt idx="1019">
                  <c:v>1020</c:v>
                </c:pt>
                <c:pt idx="1020">
                  <c:v>1021</c:v>
                </c:pt>
                <c:pt idx="1021">
                  <c:v>1022</c:v>
                </c:pt>
                <c:pt idx="1022">
                  <c:v>1023</c:v>
                </c:pt>
              </c:numCache>
            </c:numRef>
          </c:xVal>
          <c:yVal>
            <c:numRef>
              <c:f>Sheet3!$D$2:$D$1024</c:f>
              <c:numCache>
                <c:formatCode>General</c:formatCode>
                <c:ptCount val="1023"/>
                <c:pt idx="0">
                  <c:v>0.18488552</c:v>
                </c:pt>
                <c:pt idx="1">
                  <c:v>0.18313700999999999</c:v>
                </c:pt>
                <c:pt idx="2">
                  <c:v>0.18221933000000001</c:v>
                </c:pt>
                <c:pt idx="3">
                  <c:v>0.18095248</c:v>
                </c:pt>
                <c:pt idx="4">
                  <c:v>0.17989311999999999</c:v>
                </c:pt>
                <c:pt idx="5">
                  <c:v>0.17894040999999999</c:v>
                </c:pt>
                <c:pt idx="6">
                  <c:v>0.17858078999999999</c:v>
                </c:pt>
                <c:pt idx="7">
                  <c:v>0.17733698000000001</c:v>
                </c:pt>
                <c:pt idx="8">
                  <c:v>0.17398669</c:v>
                </c:pt>
                <c:pt idx="9">
                  <c:v>0.17289112000000001</c:v>
                </c:pt>
                <c:pt idx="10">
                  <c:v>0.16186998999999999</c:v>
                </c:pt>
                <c:pt idx="11">
                  <c:v>0.15933565999999999</c:v>
                </c:pt>
                <c:pt idx="12">
                  <c:v>0.15907893000000001</c:v>
                </c:pt>
                <c:pt idx="13">
                  <c:v>0.15749162999999999</c:v>
                </c:pt>
                <c:pt idx="14">
                  <c:v>0.15706517</c:v>
                </c:pt>
                <c:pt idx="15">
                  <c:v>0.15694101999999999</c:v>
                </c:pt>
                <c:pt idx="16">
                  <c:v>0.15659507</c:v>
                </c:pt>
                <c:pt idx="17">
                  <c:v>0.1544073</c:v>
                </c:pt>
                <c:pt idx="18">
                  <c:v>0.15318223</c:v>
                </c:pt>
                <c:pt idx="19">
                  <c:v>0.15260940000000001</c:v>
                </c:pt>
                <c:pt idx="20">
                  <c:v>0.15141304</c:v>
                </c:pt>
                <c:pt idx="21">
                  <c:v>0.13029412000000001</c:v>
                </c:pt>
                <c:pt idx="22">
                  <c:v>0.12706338</c:v>
                </c:pt>
                <c:pt idx="23">
                  <c:v>0.12622431000000001</c:v>
                </c:pt>
                <c:pt idx="24">
                  <c:v>0.12440525</c:v>
                </c:pt>
                <c:pt idx="25">
                  <c:v>0.12290690999999999</c:v>
                </c:pt>
                <c:pt idx="26">
                  <c:v>0.1224432</c:v>
                </c:pt>
                <c:pt idx="27">
                  <c:v>0.12212397</c:v>
                </c:pt>
                <c:pt idx="28">
                  <c:v>0.12096153</c:v>
                </c:pt>
                <c:pt idx="29">
                  <c:v>0.11939151000000001</c:v>
                </c:pt>
                <c:pt idx="30">
                  <c:v>0.11925707000000001</c:v>
                </c:pt>
                <c:pt idx="31">
                  <c:v>0.11834229</c:v>
                </c:pt>
                <c:pt idx="32">
                  <c:v>0.11798396999999999</c:v>
                </c:pt>
                <c:pt idx="33">
                  <c:v>6.4200165000000003E-2</c:v>
                </c:pt>
                <c:pt idx="34">
                  <c:v>6.1868217000000003E-2</c:v>
                </c:pt>
                <c:pt idx="35">
                  <c:v>5.8845685000000002E-2</c:v>
                </c:pt>
                <c:pt idx="36">
                  <c:v>5.8515910999999997E-2</c:v>
                </c:pt>
                <c:pt idx="37">
                  <c:v>5.8354017000000001E-2</c:v>
                </c:pt>
                <c:pt idx="38">
                  <c:v>5.7434276999999999E-2</c:v>
                </c:pt>
                <c:pt idx="39">
                  <c:v>5.7169873000000003E-2</c:v>
                </c:pt>
                <c:pt idx="40">
                  <c:v>5.7124552000000002E-2</c:v>
                </c:pt>
                <c:pt idx="41">
                  <c:v>5.7115616000000001E-2</c:v>
                </c:pt>
                <c:pt idx="42">
                  <c:v>5.5950506999999997E-2</c:v>
                </c:pt>
                <c:pt idx="43">
                  <c:v>5.5164667000000001E-2</c:v>
                </c:pt>
                <c:pt idx="44">
                  <c:v>5.4100664999999999E-2</c:v>
                </c:pt>
                <c:pt idx="45">
                  <c:v>5.3848887999999998E-2</c:v>
                </c:pt>
                <c:pt idx="46">
                  <c:v>5.3351000000000003E-2</c:v>
                </c:pt>
                <c:pt idx="47">
                  <c:v>5.2367575999999999E-2</c:v>
                </c:pt>
                <c:pt idx="48">
                  <c:v>5.2099705000000003E-2</c:v>
                </c:pt>
                <c:pt idx="49">
                  <c:v>5.1018502E-2</c:v>
                </c:pt>
                <c:pt idx="50">
                  <c:v>5.0567880000000003E-2</c:v>
                </c:pt>
                <c:pt idx="51">
                  <c:v>5.0345964999999999E-2</c:v>
                </c:pt>
                <c:pt idx="52">
                  <c:v>4.8323861000000003E-2</c:v>
                </c:pt>
                <c:pt idx="53">
                  <c:v>4.8218338999999999E-2</c:v>
                </c:pt>
                <c:pt idx="54">
                  <c:v>4.6446321999999998E-2</c:v>
                </c:pt>
                <c:pt idx="55">
                  <c:v>4.3623395000000002E-2</c:v>
                </c:pt>
                <c:pt idx="56">
                  <c:v>4.2135736E-2</c:v>
                </c:pt>
                <c:pt idx="57">
                  <c:v>4.2032171E-2</c:v>
                </c:pt>
                <c:pt idx="58">
                  <c:v>4.1932566999999997E-2</c:v>
                </c:pt>
                <c:pt idx="59">
                  <c:v>4.1913225999999998E-2</c:v>
                </c:pt>
                <c:pt idx="60">
                  <c:v>4.1636780999999998E-2</c:v>
                </c:pt>
                <c:pt idx="61">
                  <c:v>4.1397686000000003E-2</c:v>
                </c:pt>
                <c:pt idx="62">
                  <c:v>4.0086363999999999E-2</c:v>
                </c:pt>
                <c:pt idx="63">
                  <c:v>4.0054118999999999E-2</c:v>
                </c:pt>
                <c:pt idx="64">
                  <c:v>3.9820764000000002E-2</c:v>
                </c:pt>
                <c:pt idx="65">
                  <c:v>3.9727758000000002E-2</c:v>
                </c:pt>
                <c:pt idx="66">
                  <c:v>3.9229211999999999E-2</c:v>
                </c:pt>
                <c:pt idx="67">
                  <c:v>3.8713577999999998E-2</c:v>
                </c:pt>
                <c:pt idx="68">
                  <c:v>3.8297792999999997E-2</c:v>
                </c:pt>
                <c:pt idx="69">
                  <c:v>3.7015360999999997E-2</c:v>
                </c:pt>
                <c:pt idx="70">
                  <c:v>3.6027853999999998E-2</c:v>
                </c:pt>
                <c:pt idx="71">
                  <c:v>3.6007975999999997E-2</c:v>
                </c:pt>
                <c:pt idx="72">
                  <c:v>3.5684542999999999E-2</c:v>
                </c:pt>
                <c:pt idx="73">
                  <c:v>3.5203653000000001E-2</c:v>
                </c:pt>
                <c:pt idx="74">
                  <c:v>3.5018601000000003E-2</c:v>
                </c:pt>
                <c:pt idx="75">
                  <c:v>3.4267563000000001E-2</c:v>
                </c:pt>
                <c:pt idx="76">
                  <c:v>3.3559158999999998E-2</c:v>
                </c:pt>
                <c:pt idx="77">
                  <c:v>3.3484847999999998E-2</c:v>
                </c:pt>
                <c:pt idx="78">
                  <c:v>3.3353861999999998E-2</c:v>
                </c:pt>
                <c:pt idx="79">
                  <c:v>3.2550326999999997E-2</c:v>
                </c:pt>
                <c:pt idx="80">
                  <c:v>3.1088513000000002E-2</c:v>
                </c:pt>
                <c:pt idx="81">
                  <c:v>3.0982967E-2</c:v>
                </c:pt>
                <c:pt idx="82">
                  <c:v>3.0325920999999999E-2</c:v>
                </c:pt>
                <c:pt idx="83">
                  <c:v>2.7453697999999999E-2</c:v>
                </c:pt>
                <c:pt idx="84">
                  <c:v>2.744723E-2</c:v>
                </c:pt>
                <c:pt idx="85">
                  <c:v>2.5753768999999999E-2</c:v>
                </c:pt>
                <c:pt idx="86">
                  <c:v>2.3415331000000001E-2</c:v>
                </c:pt>
                <c:pt idx="87">
                  <c:v>2.3334375000000001E-2</c:v>
                </c:pt>
                <c:pt idx="88">
                  <c:v>2.2087717E-2</c:v>
                </c:pt>
                <c:pt idx="89">
                  <c:v>2.1896894E-2</c:v>
                </c:pt>
                <c:pt idx="90">
                  <c:v>2.1861080000000001E-2</c:v>
                </c:pt>
                <c:pt idx="91">
                  <c:v>2.1780203000000001E-2</c:v>
                </c:pt>
                <c:pt idx="92">
                  <c:v>2.1443496999999999E-2</c:v>
                </c:pt>
                <c:pt idx="93">
                  <c:v>2.1295927999999999E-2</c:v>
                </c:pt>
                <c:pt idx="94">
                  <c:v>2.0863291999999999E-2</c:v>
                </c:pt>
                <c:pt idx="95">
                  <c:v>2.0567782999999999E-2</c:v>
                </c:pt>
                <c:pt idx="96">
                  <c:v>2.0278043999999999E-2</c:v>
                </c:pt>
                <c:pt idx="97">
                  <c:v>2.0250570999999998E-2</c:v>
                </c:pt>
                <c:pt idx="98">
                  <c:v>1.9961553999999999E-2</c:v>
                </c:pt>
                <c:pt idx="99">
                  <c:v>1.9755353E-2</c:v>
                </c:pt>
                <c:pt idx="100">
                  <c:v>1.8766070999999999E-2</c:v>
                </c:pt>
                <c:pt idx="101">
                  <c:v>1.8353985E-2</c:v>
                </c:pt>
                <c:pt idx="102">
                  <c:v>1.8268319000000002E-2</c:v>
                </c:pt>
                <c:pt idx="103">
                  <c:v>1.7924051E-2</c:v>
                </c:pt>
                <c:pt idx="104">
                  <c:v>1.7915650000000002E-2</c:v>
                </c:pt>
                <c:pt idx="105">
                  <c:v>1.7236329000000002E-2</c:v>
                </c:pt>
                <c:pt idx="106">
                  <c:v>1.7120956E-2</c:v>
                </c:pt>
                <c:pt idx="107">
                  <c:v>1.6181263000000001E-2</c:v>
                </c:pt>
                <c:pt idx="108">
                  <c:v>1.5555183E-2</c:v>
                </c:pt>
                <c:pt idx="109">
                  <c:v>1.5412929000000001E-2</c:v>
                </c:pt>
                <c:pt idx="110">
                  <c:v>1.5368846E-2</c:v>
                </c:pt>
                <c:pt idx="111">
                  <c:v>1.5316618000000001E-2</c:v>
                </c:pt>
                <c:pt idx="112">
                  <c:v>1.4972801000000001E-2</c:v>
                </c:pt>
                <c:pt idx="113">
                  <c:v>1.4438617000000001E-2</c:v>
                </c:pt>
                <c:pt idx="114">
                  <c:v>1.4385599000000001E-2</c:v>
                </c:pt>
                <c:pt idx="115">
                  <c:v>1.4307983E-2</c:v>
                </c:pt>
                <c:pt idx="116">
                  <c:v>1.4049811000000001E-2</c:v>
                </c:pt>
                <c:pt idx="117">
                  <c:v>1.3995652000000001E-2</c:v>
                </c:pt>
                <c:pt idx="118">
                  <c:v>1.3700138000000001E-2</c:v>
                </c:pt>
                <c:pt idx="119">
                  <c:v>1.3564642E-2</c:v>
                </c:pt>
                <c:pt idx="120">
                  <c:v>1.3456696000000001E-2</c:v>
                </c:pt>
                <c:pt idx="121">
                  <c:v>1.3029545999999999E-2</c:v>
                </c:pt>
                <c:pt idx="122">
                  <c:v>1.2719202000000001E-2</c:v>
                </c:pt>
                <c:pt idx="123">
                  <c:v>1.2679940000000001E-2</c:v>
                </c:pt>
                <c:pt idx="124">
                  <c:v>1.2592832999999999E-2</c:v>
                </c:pt>
                <c:pt idx="125">
                  <c:v>1.2390976999999999E-2</c:v>
                </c:pt>
                <c:pt idx="126">
                  <c:v>1.2157924000000001E-2</c:v>
                </c:pt>
                <c:pt idx="127">
                  <c:v>1.2068519E-2</c:v>
                </c:pt>
                <c:pt idx="128">
                  <c:v>1.1986658000000001E-2</c:v>
                </c:pt>
                <c:pt idx="129">
                  <c:v>1.1974332000000001E-2</c:v>
                </c:pt>
                <c:pt idx="130">
                  <c:v>1.1778143E-2</c:v>
                </c:pt>
                <c:pt idx="131">
                  <c:v>1.1719643E-2</c:v>
                </c:pt>
                <c:pt idx="132">
                  <c:v>1.137088E-2</c:v>
                </c:pt>
                <c:pt idx="133">
                  <c:v>1.1249215999999999E-2</c:v>
                </c:pt>
                <c:pt idx="134">
                  <c:v>1.120757E-2</c:v>
                </c:pt>
                <c:pt idx="135">
                  <c:v>1.1184225000000001E-2</c:v>
                </c:pt>
                <c:pt idx="136">
                  <c:v>1.1142587000000001E-2</c:v>
                </c:pt>
                <c:pt idx="137">
                  <c:v>1.1050022E-2</c:v>
                </c:pt>
                <c:pt idx="138">
                  <c:v>1.089423E-2</c:v>
                </c:pt>
                <c:pt idx="139">
                  <c:v>1.0888795E-2</c:v>
                </c:pt>
                <c:pt idx="140">
                  <c:v>1.0745495000000001E-2</c:v>
                </c:pt>
                <c:pt idx="141">
                  <c:v>1.0731499E-2</c:v>
                </c:pt>
                <c:pt idx="142">
                  <c:v>1.064126E-2</c:v>
                </c:pt>
                <c:pt idx="143">
                  <c:v>1.0605629E-2</c:v>
                </c:pt>
                <c:pt idx="144">
                  <c:v>1.0549252E-2</c:v>
                </c:pt>
                <c:pt idx="145">
                  <c:v>1.0546293E-2</c:v>
                </c:pt>
                <c:pt idx="146">
                  <c:v>1.0486298999999999E-2</c:v>
                </c:pt>
                <c:pt idx="147">
                  <c:v>1.0463735E-2</c:v>
                </c:pt>
                <c:pt idx="148">
                  <c:v>1.0301691999999999E-2</c:v>
                </c:pt>
                <c:pt idx="149">
                  <c:v>1.0257634E-2</c:v>
                </c:pt>
                <c:pt idx="150">
                  <c:v>1.0253402E-2</c:v>
                </c:pt>
                <c:pt idx="151">
                  <c:v>1.0240116E-2</c:v>
                </c:pt>
                <c:pt idx="152">
                  <c:v>1.0128066999999999E-2</c:v>
                </c:pt>
                <c:pt idx="153">
                  <c:v>1.0057986999999999E-2</c:v>
                </c:pt>
                <c:pt idx="154">
                  <c:v>1.0013340000000001E-2</c:v>
                </c:pt>
                <c:pt idx="155">
                  <c:v>9.8387262999999996E-3</c:v>
                </c:pt>
                <c:pt idx="156">
                  <c:v>9.6262397000000006E-3</c:v>
                </c:pt>
                <c:pt idx="157">
                  <c:v>9.4165454999999999E-3</c:v>
                </c:pt>
                <c:pt idx="158">
                  <c:v>9.3922872999999997E-3</c:v>
                </c:pt>
                <c:pt idx="159">
                  <c:v>9.2306057999999996E-3</c:v>
                </c:pt>
                <c:pt idx="160">
                  <c:v>9.2207238000000004E-3</c:v>
                </c:pt>
                <c:pt idx="161">
                  <c:v>9.2015341000000004E-3</c:v>
                </c:pt>
                <c:pt idx="162">
                  <c:v>9.1482379999999995E-3</c:v>
                </c:pt>
                <c:pt idx="163">
                  <c:v>9.0844639000000008E-3</c:v>
                </c:pt>
                <c:pt idx="164">
                  <c:v>9.0508690999999992E-3</c:v>
                </c:pt>
                <c:pt idx="165">
                  <c:v>9.0501929000000002E-3</c:v>
                </c:pt>
                <c:pt idx="166">
                  <c:v>9.0244959999999999E-3</c:v>
                </c:pt>
                <c:pt idx="167">
                  <c:v>9.0178767999999996E-3</c:v>
                </c:pt>
                <c:pt idx="168">
                  <c:v>8.920809E-3</c:v>
                </c:pt>
                <c:pt idx="169">
                  <c:v>8.8257852999999997E-3</c:v>
                </c:pt>
                <c:pt idx="170">
                  <c:v>8.7957351000000003E-3</c:v>
                </c:pt>
                <c:pt idx="171">
                  <c:v>8.5396954000000001E-3</c:v>
                </c:pt>
                <c:pt idx="172">
                  <c:v>8.3974546999999993E-3</c:v>
                </c:pt>
                <c:pt idx="173">
                  <c:v>8.2820277999999994E-3</c:v>
                </c:pt>
                <c:pt idx="174">
                  <c:v>8.1964415000000002E-3</c:v>
                </c:pt>
                <c:pt idx="175">
                  <c:v>8.1384895999999998E-3</c:v>
                </c:pt>
                <c:pt idx="176">
                  <c:v>8.0579356999999994E-3</c:v>
                </c:pt>
                <c:pt idx="177">
                  <c:v>7.8956461000000006E-3</c:v>
                </c:pt>
                <c:pt idx="178">
                  <c:v>7.8492647000000006E-3</c:v>
                </c:pt>
                <c:pt idx="179">
                  <c:v>7.7251956E-3</c:v>
                </c:pt>
                <c:pt idx="180">
                  <c:v>7.6544380000000004E-3</c:v>
                </c:pt>
                <c:pt idx="181">
                  <c:v>7.6107926999999997E-3</c:v>
                </c:pt>
                <c:pt idx="182">
                  <c:v>7.6103632999999999E-3</c:v>
                </c:pt>
                <c:pt idx="183">
                  <c:v>7.6049747999999999E-3</c:v>
                </c:pt>
                <c:pt idx="184">
                  <c:v>7.5401827999999997E-3</c:v>
                </c:pt>
                <c:pt idx="185">
                  <c:v>7.5114520999999997E-3</c:v>
                </c:pt>
                <c:pt idx="186">
                  <c:v>7.4810270999999999E-3</c:v>
                </c:pt>
                <c:pt idx="187">
                  <c:v>7.4791577E-3</c:v>
                </c:pt>
                <c:pt idx="188">
                  <c:v>7.3085162999999998E-3</c:v>
                </c:pt>
                <c:pt idx="189">
                  <c:v>7.2431442999999996E-3</c:v>
                </c:pt>
                <c:pt idx="190">
                  <c:v>7.2386608000000003E-3</c:v>
                </c:pt>
                <c:pt idx="191">
                  <c:v>7.1476519000000004E-3</c:v>
                </c:pt>
                <c:pt idx="192">
                  <c:v>7.0474759999999996E-3</c:v>
                </c:pt>
                <c:pt idx="193">
                  <c:v>6.9494081999999999E-3</c:v>
                </c:pt>
                <c:pt idx="194">
                  <c:v>6.9065882999999996E-3</c:v>
                </c:pt>
                <c:pt idx="195">
                  <c:v>6.8875634000000003E-3</c:v>
                </c:pt>
                <c:pt idx="196">
                  <c:v>6.8640130000000004E-3</c:v>
                </c:pt>
                <c:pt idx="197">
                  <c:v>6.7804047000000001E-3</c:v>
                </c:pt>
                <c:pt idx="198">
                  <c:v>6.7588657999999996E-3</c:v>
                </c:pt>
                <c:pt idx="199">
                  <c:v>6.7185811E-3</c:v>
                </c:pt>
                <c:pt idx="200">
                  <c:v>6.6376533999999996E-3</c:v>
                </c:pt>
                <c:pt idx="201">
                  <c:v>6.5693295000000002E-3</c:v>
                </c:pt>
                <c:pt idx="202">
                  <c:v>6.5681094000000001E-3</c:v>
                </c:pt>
                <c:pt idx="203">
                  <c:v>6.5626219999999997E-3</c:v>
                </c:pt>
                <c:pt idx="204">
                  <c:v>6.5457678000000004E-3</c:v>
                </c:pt>
                <c:pt idx="205">
                  <c:v>6.5220193999999997E-3</c:v>
                </c:pt>
                <c:pt idx="206">
                  <c:v>6.5130522999999997E-3</c:v>
                </c:pt>
                <c:pt idx="207">
                  <c:v>6.4400697000000003E-3</c:v>
                </c:pt>
                <c:pt idx="208">
                  <c:v>6.3584087999999997E-3</c:v>
                </c:pt>
                <c:pt idx="209">
                  <c:v>6.3430908999999999E-3</c:v>
                </c:pt>
                <c:pt idx="210">
                  <c:v>6.2535795000000002E-3</c:v>
                </c:pt>
                <c:pt idx="211">
                  <c:v>6.2230899999999997E-3</c:v>
                </c:pt>
                <c:pt idx="212">
                  <c:v>6.2023065999999996E-3</c:v>
                </c:pt>
                <c:pt idx="213">
                  <c:v>6.1372954999999998E-3</c:v>
                </c:pt>
                <c:pt idx="214">
                  <c:v>6.1054074999999999E-3</c:v>
                </c:pt>
                <c:pt idx="215">
                  <c:v>6.0963854000000003E-3</c:v>
                </c:pt>
                <c:pt idx="216">
                  <c:v>6.0671042999999999E-3</c:v>
                </c:pt>
                <c:pt idx="217">
                  <c:v>6.0012375000000001E-3</c:v>
                </c:pt>
                <c:pt idx="218">
                  <c:v>5.992537E-3</c:v>
                </c:pt>
                <c:pt idx="219">
                  <c:v>5.9444351000000001E-3</c:v>
                </c:pt>
                <c:pt idx="220">
                  <c:v>5.9341797000000002E-3</c:v>
                </c:pt>
                <c:pt idx="221">
                  <c:v>5.8845664000000001E-3</c:v>
                </c:pt>
                <c:pt idx="222">
                  <c:v>5.8463882999999998E-3</c:v>
                </c:pt>
                <c:pt idx="223">
                  <c:v>5.7963605999999997E-3</c:v>
                </c:pt>
                <c:pt idx="224">
                  <c:v>5.7899340000000001E-3</c:v>
                </c:pt>
                <c:pt idx="225">
                  <c:v>5.7712416000000001E-3</c:v>
                </c:pt>
                <c:pt idx="226">
                  <c:v>5.7389371999999996E-3</c:v>
                </c:pt>
                <c:pt idx="227">
                  <c:v>5.7187688999999998E-3</c:v>
                </c:pt>
                <c:pt idx="228">
                  <c:v>5.6102416000000004E-3</c:v>
                </c:pt>
                <c:pt idx="229">
                  <c:v>5.5497563999999996E-3</c:v>
                </c:pt>
                <c:pt idx="230">
                  <c:v>5.5095626999999998E-3</c:v>
                </c:pt>
                <c:pt idx="231">
                  <c:v>5.4900378999999996E-3</c:v>
                </c:pt>
                <c:pt idx="232">
                  <c:v>5.4673901000000004E-3</c:v>
                </c:pt>
                <c:pt idx="233">
                  <c:v>5.4350448000000003E-3</c:v>
                </c:pt>
                <c:pt idx="234">
                  <c:v>5.4074313000000004E-3</c:v>
                </c:pt>
                <c:pt idx="235">
                  <c:v>5.4060432999999998E-3</c:v>
                </c:pt>
                <c:pt idx="236">
                  <c:v>5.3599067E-3</c:v>
                </c:pt>
                <c:pt idx="237">
                  <c:v>5.3212868E-3</c:v>
                </c:pt>
                <c:pt idx="238">
                  <c:v>5.2767754999999998E-3</c:v>
                </c:pt>
                <c:pt idx="239">
                  <c:v>5.2597314000000003E-3</c:v>
                </c:pt>
                <c:pt idx="240">
                  <c:v>5.2385725000000001E-3</c:v>
                </c:pt>
                <c:pt idx="241">
                  <c:v>5.2049814999999998E-3</c:v>
                </c:pt>
                <c:pt idx="242">
                  <c:v>5.1440288000000004E-3</c:v>
                </c:pt>
                <c:pt idx="243">
                  <c:v>5.135326E-3</c:v>
                </c:pt>
                <c:pt idx="244">
                  <c:v>5.1161955000000002E-3</c:v>
                </c:pt>
                <c:pt idx="245">
                  <c:v>5.10941E-3</c:v>
                </c:pt>
                <c:pt idx="246">
                  <c:v>5.0532138999999998E-3</c:v>
                </c:pt>
                <c:pt idx="247">
                  <c:v>5.0512513000000002E-3</c:v>
                </c:pt>
                <c:pt idx="248">
                  <c:v>5.0413454999999998E-3</c:v>
                </c:pt>
                <c:pt idx="249">
                  <c:v>5.0254347000000003E-3</c:v>
                </c:pt>
                <c:pt idx="250">
                  <c:v>4.9676204E-3</c:v>
                </c:pt>
                <c:pt idx="251">
                  <c:v>4.9233463E-3</c:v>
                </c:pt>
                <c:pt idx="252">
                  <c:v>4.8277894999999996E-3</c:v>
                </c:pt>
                <c:pt idx="253">
                  <c:v>4.8146923999999999E-3</c:v>
                </c:pt>
                <c:pt idx="254">
                  <c:v>4.7971346E-3</c:v>
                </c:pt>
                <c:pt idx="255">
                  <c:v>4.7767191999999997E-3</c:v>
                </c:pt>
                <c:pt idx="256">
                  <c:v>4.7200458000000002E-3</c:v>
                </c:pt>
                <c:pt idx="257">
                  <c:v>4.6811945999999998E-3</c:v>
                </c:pt>
                <c:pt idx="258">
                  <c:v>4.6529557000000001E-3</c:v>
                </c:pt>
                <c:pt idx="259">
                  <c:v>4.6394286000000003E-3</c:v>
                </c:pt>
                <c:pt idx="260">
                  <c:v>4.5868586000000003E-3</c:v>
                </c:pt>
                <c:pt idx="261">
                  <c:v>4.5845788999999996E-3</c:v>
                </c:pt>
                <c:pt idx="262">
                  <c:v>4.51251E-3</c:v>
                </c:pt>
                <c:pt idx="263">
                  <c:v>4.4705930999999997E-3</c:v>
                </c:pt>
                <c:pt idx="264">
                  <c:v>4.3297880999999998E-3</c:v>
                </c:pt>
                <c:pt idx="265">
                  <c:v>4.3241766000000001E-3</c:v>
                </c:pt>
                <c:pt idx="266">
                  <c:v>4.3234952000000002E-3</c:v>
                </c:pt>
                <c:pt idx="267">
                  <c:v>4.3202416999999996E-3</c:v>
                </c:pt>
                <c:pt idx="268">
                  <c:v>4.2826959999999999E-3</c:v>
                </c:pt>
                <c:pt idx="269">
                  <c:v>4.2709538000000003E-3</c:v>
                </c:pt>
                <c:pt idx="270">
                  <c:v>4.2584472999999999E-3</c:v>
                </c:pt>
                <c:pt idx="271">
                  <c:v>4.2305638E-3</c:v>
                </c:pt>
                <c:pt idx="272">
                  <c:v>4.1877594000000002E-3</c:v>
                </c:pt>
                <c:pt idx="273">
                  <c:v>4.1471622999999999E-3</c:v>
                </c:pt>
                <c:pt idx="274">
                  <c:v>4.1380944999999999E-3</c:v>
                </c:pt>
                <c:pt idx="275">
                  <c:v>4.1364365E-3</c:v>
                </c:pt>
                <c:pt idx="276">
                  <c:v>4.0970192000000004E-3</c:v>
                </c:pt>
                <c:pt idx="277">
                  <c:v>4.0754681999999997E-3</c:v>
                </c:pt>
                <c:pt idx="278">
                  <c:v>4.0750177E-3</c:v>
                </c:pt>
                <c:pt idx="279">
                  <c:v>4.0684681E-3</c:v>
                </c:pt>
                <c:pt idx="280">
                  <c:v>3.9815672999999998E-3</c:v>
                </c:pt>
                <c:pt idx="281">
                  <c:v>3.9602617999999999E-3</c:v>
                </c:pt>
                <c:pt idx="282">
                  <c:v>3.9137223999999998E-3</c:v>
                </c:pt>
                <c:pt idx="283">
                  <c:v>3.9116628999999997E-3</c:v>
                </c:pt>
                <c:pt idx="284">
                  <c:v>3.9059027E-3</c:v>
                </c:pt>
                <c:pt idx="285">
                  <c:v>3.8981380000000002E-3</c:v>
                </c:pt>
                <c:pt idx="286">
                  <c:v>3.8977305E-3</c:v>
                </c:pt>
                <c:pt idx="287">
                  <c:v>3.8963640999999999E-3</c:v>
                </c:pt>
                <c:pt idx="288">
                  <c:v>3.8821862000000002E-3</c:v>
                </c:pt>
                <c:pt idx="289">
                  <c:v>3.8789453000000001E-3</c:v>
                </c:pt>
                <c:pt idx="290">
                  <c:v>3.8454562999999998E-3</c:v>
                </c:pt>
                <c:pt idx="291">
                  <c:v>3.8325825999999999E-3</c:v>
                </c:pt>
                <c:pt idx="292">
                  <c:v>3.815143E-3</c:v>
                </c:pt>
                <c:pt idx="293">
                  <c:v>3.7550328E-3</c:v>
                </c:pt>
                <c:pt idx="294">
                  <c:v>3.7517975E-3</c:v>
                </c:pt>
                <c:pt idx="295">
                  <c:v>3.6979372000000002E-3</c:v>
                </c:pt>
                <c:pt idx="296">
                  <c:v>3.6682924000000002E-3</c:v>
                </c:pt>
                <c:pt idx="297">
                  <c:v>3.6622324000000002E-3</c:v>
                </c:pt>
                <c:pt idx="298">
                  <c:v>3.6358673000000002E-3</c:v>
                </c:pt>
                <c:pt idx="299">
                  <c:v>3.6277325E-3</c:v>
                </c:pt>
                <c:pt idx="300">
                  <c:v>3.6137013000000001E-3</c:v>
                </c:pt>
                <c:pt idx="301">
                  <c:v>3.5972399000000002E-3</c:v>
                </c:pt>
                <c:pt idx="302">
                  <c:v>3.5740594999999998E-3</c:v>
                </c:pt>
                <c:pt idx="303">
                  <c:v>3.5398460000000001E-3</c:v>
                </c:pt>
                <c:pt idx="304">
                  <c:v>3.5350067000000001E-3</c:v>
                </c:pt>
                <c:pt idx="305">
                  <c:v>3.5332917999999999E-3</c:v>
                </c:pt>
                <c:pt idx="306">
                  <c:v>3.5063346E-3</c:v>
                </c:pt>
                <c:pt idx="307">
                  <c:v>3.4887014E-3</c:v>
                </c:pt>
                <c:pt idx="308">
                  <c:v>3.4854373000000002E-3</c:v>
                </c:pt>
                <c:pt idx="309">
                  <c:v>3.4615884E-3</c:v>
                </c:pt>
                <c:pt idx="310">
                  <c:v>3.4428926000000001E-3</c:v>
                </c:pt>
                <c:pt idx="311">
                  <c:v>3.4385257999999998E-3</c:v>
                </c:pt>
                <c:pt idx="312">
                  <c:v>3.4372278E-3</c:v>
                </c:pt>
                <c:pt idx="313">
                  <c:v>3.4215687000000001E-3</c:v>
                </c:pt>
                <c:pt idx="314">
                  <c:v>3.4026620999999999E-3</c:v>
                </c:pt>
                <c:pt idx="315">
                  <c:v>3.3732832E-3</c:v>
                </c:pt>
                <c:pt idx="316">
                  <c:v>3.3363009999999999E-3</c:v>
                </c:pt>
                <c:pt idx="317">
                  <c:v>3.3331064999999999E-3</c:v>
                </c:pt>
                <c:pt idx="318">
                  <c:v>3.3219631999999999E-3</c:v>
                </c:pt>
                <c:pt idx="319">
                  <c:v>3.3146094000000002E-3</c:v>
                </c:pt>
                <c:pt idx="320">
                  <c:v>3.3090266999999999E-3</c:v>
                </c:pt>
                <c:pt idx="321">
                  <c:v>3.3087557999999999E-3</c:v>
                </c:pt>
                <c:pt idx="322">
                  <c:v>3.2971424E-3</c:v>
                </c:pt>
                <c:pt idx="323">
                  <c:v>3.2921936999999999E-3</c:v>
                </c:pt>
                <c:pt idx="324">
                  <c:v>3.1753459999999999E-3</c:v>
                </c:pt>
                <c:pt idx="325">
                  <c:v>3.1571441000000002E-3</c:v>
                </c:pt>
                <c:pt idx="326">
                  <c:v>3.1494594E-3</c:v>
                </c:pt>
                <c:pt idx="327">
                  <c:v>3.1381479999999999E-3</c:v>
                </c:pt>
                <c:pt idx="328">
                  <c:v>3.1373955E-3</c:v>
                </c:pt>
                <c:pt idx="329">
                  <c:v>3.1232041000000001E-3</c:v>
                </c:pt>
                <c:pt idx="330">
                  <c:v>3.0833485999999998E-3</c:v>
                </c:pt>
                <c:pt idx="331">
                  <c:v>3.0823459000000001E-3</c:v>
                </c:pt>
                <c:pt idx="332">
                  <c:v>3.063245E-3</c:v>
                </c:pt>
                <c:pt idx="333">
                  <c:v>3.0605839999999999E-3</c:v>
                </c:pt>
                <c:pt idx="334">
                  <c:v>3.0566109999999999E-3</c:v>
                </c:pt>
                <c:pt idx="335">
                  <c:v>3.0541310999999999E-3</c:v>
                </c:pt>
                <c:pt idx="336">
                  <c:v>3.0502260000000001E-3</c:v>
                </c:pt>
                <c:pt idx="337">
                  <c:v>2.9781118000000001E-3</c:v>
                </c:pt>
                <c:pt idx="338">
                  <c:v>2.9165419999999998E-3</c:v>
                </c:pt>
                <c:pt idx="339">
                  <c:v>2.9073356999999998E-3</c:v>
                </c:pt>
                <c:pt idx="340">
                  <c:v>2.8930063000000002E-3</c:v>
                </c:pt>
                <c:pt idx="341">
                  <c:v>2.8767154999999999E-3</c:v>
                </c:pt>
                <c:pt idx="342">
                  <c:v>2.8449551000000002E-3</c:v>
                </c:pt>
                <c:pt idx="343">
                  <c:v>2.8204298E-3</c:v>
                </c:pt>
                <c:pt idx="344">
                  <c:v>2.8184522E-3</c:v>
                </c:pt>
                <c:pt idx="345">
                  <c:v>2.7758467E-3</c:v>
                </c:pt>
                <c:pt idx="346">
                  <c:v>2.7719135000000002E-3</c:v>
                </c:pt>
                <c:pt idx="347">
                  <c:v>2.7664656999999999E-3</c:v>
                </c:pt>
                <c:pt idx="348">
                  <c:v>2.7646051999999999E-3</c:v>
                </c:pt>
                <c:pt idx="349">
                  <c:v>2.7543621999999999E-3</c:v>
                </c:pt>
                <c:pt idx="350">
                  <c:v>2.7533956999999999E-3</c:v>
                </c:pt>
                <c:pt idx="351">
                  <c:v>2.7259386E-3</c:v>
                </c:pt>
                <c:pt idx="352">
                  <c:v>2.7183563E-3</c:v>
                </c:pt>
                <c:pt idx="353">
                  <c:v>2.7134597999999999E-3</c:v>
                </c:pt>
                <c:pt idx="354">
                  <c:v>2.6601856E-3</c:v>
                </c:pt>
                <c:pt idx="355">
                  <c:v>2.6458463E-3</c:v>
                </c:pt>
                <c:pt idx="356">
                  <c:v>2.6004877000000001E-3</c:v>
                </c:pt>
                <c:pt idx="357">
                  <c:v>2.5920558000000001E-3</c:v>
                </c:pt>
                <c:pt idx="358">
                  <c:v>2.5805394999999999E-3</c:v>
                </c:pt>
                <c:pt idx="359">
                  <c:v>2.5678287000000001E-3</c:v>
                </c:pt>
                <c:pt idx="360">
                  <c:v>2.5601018999999998E-3</c:v>
                </c:pt>
                <c:pt idx="361">
                  <c:v>2.5559952999999998E-3</c:v>
                </c:pt>
                <c:pt idx="362">
                  <c:v>2.5502579000000001E-3</c:v>
                </c:pt>
                <c:pt idx="363">
                  <c:v>2.5291701999999999E-3</c:v>
                </c:pt>
                <c:pt idx="364">
                  <c:v>2.5236569999999999E-3</c:v>
                </c:pt>
                <c:pt idx="365">
                  <c:v>2.5185177999999999E-3</c:v>
                </c:pt>
                <c:pt idx="366">
                  <c:v>2.5037113000000001E-3</c:v>
                </c:pt>
                <c:pt idx="367">
                  <c:v>2.4562045999999998E-3</c:v>
                </c:pt>
                <c:pt idx="368">
                  <c:v>2.4464258000000002E-3</c:v>
                </c:pt>
                <c:pt idx="369">
                  <c:v>2.4353088E-3</c:v>
                </c:pt>
                <c:pt idx="370">
                  <c:v>2.4065110000000001E-3</c:v>
                </c:pt>
                <c:pt idx="371">
                  <c:v>2.3988158000000002E-3</c:v>
                </c:pt>
                <c:pt idx="372">
                  <c:v>2.3984095E-3</c:v>
                </c:pt>
                <c:pt idx="373">
                  <c:v>2.3938204999999998E-3</c:v>
                </c:pt>
                <c:pt idx="374">
                  <c:v>2.3596312000000001E-3</c:v>
                </c:pt>
                <c:pt idx="375">
                  <c:v>2.3563211999999998E-3</c:v>
                </c:pt>
                <c:pt idx="376">
                  <c:v>2.3348555E-3</c:v>
                </c:pt>
                <c:pt idx="377">
                  <c:v>2.3065872000000002E-3</c:v>
                </c:pt>
                <c:pt idx="378">
                  <c:v>2.2868691E-3</c:v>
                </c:pt>
                <c:pt idx="379">
                  <c:v>2.2778718000000002E-3</c:v>
                </c:pt>
                <c:pt idx="380">
                  <c:v>2.2756385000000001E-3</c:v>
                </c:pt>
                <c:pt idx="381">
                  <c:v>2.2581940999999999E-3</c:v>
                </c:pt>
                <c:pt idx="382">
                  <c:v>2.2474786E-3</c:v>
                </c:pt>
                <c:pt idx="383">
                  <c:v>2.2014926E-3</c:v>
                </c:pt>
                <c:pt idx="384">
                  <c:v>2.1974416999999999E-3</c:v>
                </c:pt>
                <c:pt idx="385">
                  <c:v>2.1509035000000002E-3</c:v>
                </c:pt>
                <c:pt idx="386">
                  <c:v>2.1188193000000002E-3</c:v>
                </c:pt>
                <c:pt idx="387">
                  <c:v>2.1141096000000001E-3</c:v>
                </c:pt>
                <c:pt idx="388">
                  <c:v>2.0861540999999998E-3</c:v>
                </c:pt>
                <c:pt idx="389">
                  <c:v>2.0847070999999999E-3</c:v>
                </c:pt>
                <c:pt idx="390">
                  <c:v>2.0843538E-3</c:v>
                </c:pt>
                <c:pt idx="391">
                  <c:v>2.0318227000000002E-3</c:v>
                </c:pt>
                <c:pt idx="392">
                  <c:v>2.0203396000000001E-3</c:v>
                </c:pt>
                <c:pt idx="393">
                  <c:v>2.0152305E-3</c:v>
                </c:pt>
                <c:pt idx="394">
                  <c:v>2.0062509000000001E-3</c:v>
                </c:pt>
                <c:pt idx="395">
                  <c:v>2.001344E-3</c:v>
                </c:pt>
                <c:pt idx="396">
                  <c:v>1.995597E-3</c:v>
                </c:pt>
                <c:pt idx="397">
                  <c:v>1.9809946E-3</c:v>
                </c:pt>
                <c:pt idx="398">
                  <c:v>1.9680989E-3</c:v>
                </c:pt>
                <c:pt idx="399">
                  <c:v>1.9319426000000001E-3</c:v>
                </c:pt>
                <c:pt idx="400">
                  <c:v>1.8808970999999999E-3</c:v>
                </c:pt>
                <c:pt idx="401">
                  <c:v>1.8785912000000001E-3</c:v>
                </c:pt>
                <c:pt idx="402">
                  <c:v>1.8739398999999999E-3</c:v>
                </c:pt>
                <c:pt idx="403">
                  <c:v>1.8567191E-3</c:v>
                </c:pt>
                <c:pt idx="404">
                  <c:v>1.8551568E-3</c:v>
                </c:pt>
                <c:pt idx="405">
                  <c:v>1.8403835000000001E-3</c:v>
                </c:pt>
                <c:pt idx="406">
                  <c:v>1.7913356E-3</c:v>
                </c:pt>
                <c:pt idx="407">
                  <c:v>1.7752492999999999E-3</c:v>
                </c:pt>
                <c:pt idx="408">
                  <c:v>1.7536565999999999E-3</c:v>
                </c:pt>
                <c:pt idx="409">
                  <c:v>1.7220296999999999E-3</c:v>
                </c:pt>
                <c:pt idx="410">
                  <c:v>1.7174149000000001E-3</c:v>
                </c:pt>
                <c:pt idx="411">
                  <c:v>1.7000387000000001E-3</c:v>
                </c:pt>
                <c:pt idx="412">
                  <c:v>1.6925363E-3</c:v>
                </c:pt>
                <c:pt idx="413">
                  <c:v>1.6918004E-3</c:v>
                </c:pt>
                <c:pt idx="414">
                  <c:v>1.6854482E-3</c:v>
                </c:pt>
                <c:pt idx="415">
                  <c:v>1.6830464E-3</c:v>
                </c:pt>
                <c:pt idx="416">
                  <c:v>1.6560308E-3</c:v>
                </c:pt>
                <c:pt idx="417">
                  <c:v>1.6460590000000001E-3</c:v>
                </c:pt>
                <c:pt idx="418">
                  <c:v>1.6422983E-3</c:v>
                </c:pt>
                <c:pt idx="419">
                  <c:v>1.6286558E-3</c:v>
                </c:pt>
                <c:pt idx="420">
                  <c:v>1.6239659000000001E-3</c:v>
                </c:pt>
                <c:pt idx="421">
                  <c:v>1.6009268E-3</c:v>
                </c:pt>
                <c:pt idx="422">
                  <c:v>1.5886973999999999E-3</c:v>
                </c:pt>
                <c:pt idx="423">
                  <c:v>1.5774812E-3</c:v>
                </c:pt>
                <c:pt idx="424">
                  <c:v>1.5343338E-3</c:v>
                </c:pt>
                <c:pt idx="425">
                  <c:v>1.5040112E-3</c:v>
                </c:pt>
                <c:pt idx="426">
                  <c:v>1.4740548000000001E-3</c:v>
                </c:pt>
                <c:pt idx="427">
                  <c:v>1.4699623000000001E-3</c:v>
                </c:pt>
                <c:pt idx="428">
                  <c:v>1.4654431999999999E-3</c:v>
                </c:pt>
                <c:pt idx="429">
                  <c:v>1.4311943999999999E-3</c:v>
                </c:pt>
                <c:pt idx="430">
                  <c:v>1.4073906999999999E-3</c:v>
                </c:pt>
                <c:pt idx="431">
                  <c:v>1.3812504E-3</c:v>
                </c:pt>
                <c:pt idx="432">
                  <c:v>1.3748282000000001E-3</c:v>
                </c:pt>
                <c:pt idx="433">
                  <c:v>1.3591642E-3</c:v>
                </c:pt>
                <c:pt idx="434">
                  <c:v>1.3371669E-3</c:v>
                </c:pt>
                <c:pt idx="435">
                  <c:v>1.3328169E-3</c:v>
                </c:pt>
                <c:pt idx="436">
                  <c:v>1.3303395E-3</c:v>
                </c:pt>
                <c:pt idx="437">
                  <c:v>1.3253792999999999E-3</c:v>
                </c:pt>
                <c:pt idx="438">
                  <c:v>1.2875821E-3</c:v>
                </c:pt>
                <c:pt idx="439">
                  <c:v>1.2848649E-3</c:v>
                </c:pt>
                <c:pt idx="440">
                  <c:v>1.2679725E-3</c:v>
                </c:pt>
                <c:pt idx="441">
                  <c:v>1.2586685000000001E-3</c:v>
                </c:pt>
                <c:pt idx="442">
                  <c:v>1.2561028000000001E-3</c:v>
                </c:pt>
                <c:pt idx="443">
                  <c:v>1.2456563E-3</c:v>
                </c:pt>
                <c:pt idx="444">
                  <c:v>1.2330831000000001E-3</c:v>
                </c:pt>
                <c:pt idx="445">
                  <c:v>1.2228749E-3</c:v>
                </c:pt>
                <c:pt idx="446">
                  <c:v>1.1976006E-3</c:v>
                </c:pt>
                <c:pt idx="447">
                  <c:v>1.1912495000000001E-3</c:v>
                </c:pt>
                <c:pt idx="448">
                  <c:v>1.1843845999999999E-3</c:v>
                </c:pt>
                <c:pt idx="449">
                  <c:v>1.1794677E-3</c:v>
                </c:pt>
                <c:pt idx="450">
                  <c:v>1.1745118000000001E-3</c:v>
                </c:pt>
                <c:pt idx="451">
                  <c:v>1.1668571999999999E-3</c:v>
                </c:pt>
                <c:pt idx="452">
                  <c:v>1.1566177E-3</c:v>
                </c:pt>
                <c:pt idx="453">
                  <c:v>1.1210596E-3</c:v>
                </c:pt>
                <c:pt idx="454">
                  <c:v>1.0863409E-3</c:v>
                </c:pt>
                <c:pt idx="455">
                  <c:v>1.0847617999999999E-3</c:v>
                </c:pt>
                <c:pt idx="456">
                  <c:v>1.0771649999999999E-3</c:v>
                </c:pt>
                <c:pt idx="457">
                  <c:v>1.0119390999999999E-3</c:v>
                </c:pt>
                <c:pt idx="458">
                  <c:v>1.0096892999999999E-3</c:v>
                </c:pt>
                <c:pt idx="459">
                  <c:v>9.9466454999999989E-4</c:v>
                </c:pt>
                <c:pt idx="460">
                  <c:v>9.9163776000000007E-4</c:v>
                </c:pt>
                <c:pt idx="461">
                  <c:v>9.9107682E-4</c:v>
                </c:pt>
                <c:pt idx="462">
                  <c:v>9.9088605000000008E-4</c:v>
                </c:pt>
                <c:pt idx="463">
                  <c:v>9.8411939000000006E-4</c:v>
                </c:pt>
                <c:pt idx="464">
                  <c:v>9.7709170000000005E-4</c:v>
                </c:pt>
                <c:pt idx="465">
                  <c:v>9.5378281000000004E-4</c:v>
                </c:pt>
                <c:pt idx="466">
                  <c:v>9.3887504999999995E-4</c:v>
                </c:pt>
                <c:pt idx="467">
                  <c:v>9.2506510999999997E-4</c:v>
                </c:pt>
                <c:pt idx="468">
                  <c:v>9.1120163000000002E-4</c:v>
                </c:pt>
                <c:pt idx="469">
                  <c:v>8.9212055999999997E-4</c:v>
                </c:pt>
                <c:pt idx="470">
                  <c:v>8.8181740000000005E-4</c:v>
                </c:pt>
                <c:pt idx="471">
                  <c:v>8.7585522999999998E-4</c:v>
                </c:pt>
                <c:pt idx="472">
                  <c:v>8.7395786E-4</c:v>
                </c:pt>
                <c:pt idx="473">
                  <c:v>8.7044379999999999E-4</c:v>
                </c:pt>
                <c:pt idx="474">
                  <c:v>8.7031347000000002E-4</c:v>
                </c:pt>
                <c:pt idx="475">
                  <c:v>8.5709820999999996E-4</c:v>
                </c:pt>
                <c:pt idx="476">
                  <c:v>8.4262829999999999E-4</c:v>
                </c:pt>
                <c:pt idx="477">
                  <c:v>8.3890183999999997E-4</c:v>
                </c:pt>
                <c:pt idx="478">
                  <c:v>8.2506451000000005E-4</c:v>
                </c:pt>
                <c:pt idx="479">
                  <c:v>8.1888331000000002E-4</c:v>
                </c:pt>
                <c:pt idx="480">
                  <c:v>8.1566593E-4</c:v>
                </c:pt>
                <c:pt idx="481">
                  <c:v>8.1314495000000002E-4</c:v>
                </c:pt>
                <c:pt idx="482">
                  <c:v>8.1105939E-4</c:v>
                </c:pt>
                <c:pt idx="483">
                  <c:v>8.0361991000000004E-4</c:v>
                </c:pt>
                <c:pt idx="484">
                  <c:v>7.9827558000000005E-4</c:v>
                </c:pt>
                <c:pt idx="485">
                  <c:v>7.9660223000000004E-4</c:v>
                </c:pt>
                <c:pt idx="486">
                  <c:v>7.9178460999999997E-4</c:v>
                </c:pt>
                <c:pt idx="487">
                  <c:v>7.8801366000000002E-4</c:v>
                </c:pt>
                <c:pt idx="488">
                  <c:v>7.8591749999999997E-4</c:v>
                </c:pt>
                <c:pt idx="489">
                  <c:v>7.8558546999999996E-4</c:v>
                </c:pt>
                <c:pt idx="490">
                  <c:v>7.6856584999999999E-4</c:v>
                </c:pt>
                <c:pt idx="491">
                  <c:v>7.4007098999999995E-4</c:v>
                </c:pt>
                <c:pt idx="492">
                  <c:v>7.2448160000000001E-4</c:v>
                </c:pt>
                <c:pt idx="493">
                  <c:v>7.1847141999999999E-4</c:v>
                </c:pt>
                <c:pt idx="494">
                  <c:v>7.0218636999999997E-4</c:v>
                </c:pt>
                <c:pt idx="495">
                  <c:v>6.8349652E-4</c:v>
                </c:pt>
                <c:pt idx="496">
                  <c:v>6.7836231000000002E-4</c:v>
                </c:pt>
                <c:pt idx="497">
                  <c:v>6.6858591000000002E-4</c:v>
                </c:pt>
                <c:pt idx="498">
                  <c:v>6.4785451000000003E-4</c:v>
                </c:pt>
                <c:pt idx="499">
                  <c:v>6.2106507999999997E-4</c:v>
                </c:pt>
                <c:pt idx="500">
                  <c:v>6.0851763999999998E-4</c:v>
                </c:pt>
                <c:pt idx="501">
                  <c:v>5.9918274000000005E-4</c:v>
                </c:pt>
                <c:pt idx="502">
                  <c:v>5.9742417000000002E-4</c:v>
                </c:pt>
                <c:pt idx="503">
                  <c:v>5.9517375999999995E-4</c:v>
                </c:pt>
                <c:pt idx="504">
                  <c:v>5.7193372E-4</c:v>
                </c:pt>
                <c:pt idx="505">
                  <c:v>5.7109949000000004E-4</c:v>
                </c:pt>
                <c:pt idx="506">
                  <c:v>5.6297045999999999E-4</c:v>
                </c:pt>
                <c:pt idx="507">
                  <c:v>5.6162385999999995E-4</c:v>
                </c:pt>
                <c:pt idx="508">
                  <c:v>5.5850210999999999E-4</c:v>
                </c:pt>
                <c:pt idx="509">
                  <c:v>5.2705730000000004E-4</c:v>
                </c:pt>
                <c:pt idx="510">
                  <c:v>5.2630538999999998E-4</c:v>
                </c:pt>
                <c:pt idx="511">
                  <c:v>4.7746175000000003E-4</c:v>
                </c:pt>
                <c:pt idx="512">
                  <c:v>4.6998424999999998E-4</c:v>
                </c:pt>
                <c:pt idx="513">
                  <c:v>4.6021110000000001E-4</c:v>
                </c:pt>
                <c:pt idx="514">
                  <c:v>4.393046E-4</c:v>
                </c:pt>
                <c:pt idx="515">
                  <c:v>4.3550102E-4</c:v>
                </c:pt>
                <c:pt idx="516">
                  <c:v>4.3240744999999999E-4</c:v>
                </c:pt>
                <c:pt idx="517">
                  <c:v>4.1595470999999999E-4</c:v>
                </c:pt>
                <c:pt idx="518">
                  <c:v>4.0893563E-4</c:v>
                </c:pt>
                <c:pt idx="519">
                  <c:v>4.0496899999999998E-4</c:v>
                </c:pt>
                <c:pt idx="520">
                  <c:v>3.8390153000000002E-4</c:v>
                </c:pt>
                <c:pt idx="521">
                  <c:v>3.8124574999999998E-4</c:v>
                </c:pt>
                <c:pt idx="522">
                  <c:v>3.7943353999999999E-4</c:v>
                </c:pt>
                <c:pt idx="523">
                  <c:v>3.7320951000000002E-4</c:v>
                </c:pt>
                <c:pt idx="524">
                  <c:v>3.6889687000000001E-4</c:v>
                </c:pt>
                <c:pt idx="525">
                  <c:v>3.465602E-4</c:v>
                </c:pt>
                <c:pt idx="526">
                  <c:v>3.4616009E-4</c:v>
                </c:pt>
                <c:pt idx="527">
                  <c:v>3.3764894E-4</c:v>
                </c:pt>
                <c:pt idx="528">
                  <c:v>3.2570544E-4</c:v>
                </c:pt>
                <c:pt idx="529">
                  <c:v>3.2100941999999998E-4</c:v>
                </c:pt>
                <c:pt idx="530">
                  <c:v>3.1942531999999999E-4</c:v>
                </c:pt>
                <c:pt idx="531">
                  <c:v>2.9321936000000002E-4</c:v>
                </c:pt>
                <c:pt idx="532">
                  <c:v>2.9083781999999998E-4</c:v>
                </c:pt>
                <c:pt idx="533">
                  <c:v>2.8285495000000003E-4</c:v>
                </c:pt>
                <c:pt idx="534">
                  <c:v>2.6741683999999998E-4</c:v>
                </c:pt>
                <c:pt idx="535">
                  <c:v>2.6523539999999998E-4</c:v>
                </c:pt>
                <c:pt idx="536">
                  <c:v>2.6341597E-4</c:v>
                </c:pt>
                <c:pt idx="537">
                  <c:v>2.4547764000000001E-4</c:v>
                </c:pt>
                <c:pt idx="538">
                  <c:v>2.4178000000000001E-4</c:v>
                </c:pt>
                <c:pt idx="539">
                  <c:v>2.3029461E-4</c:v>
                </c:pt>
                <c:pt idx="540">
                  <c:v>2.1940684000000001E-4</c:v>
                </c:pt>
                <c:pt idx="541">
                  <c:v>2.1173576999999999E-4</c:v>
                </c:pt>
                <c:pt idx="542">
                  <c:v>1.9539205000000001E-4</c:v>
                </c:pt>
                <c:pt idx="543">
                  <c:v>1.9091626E-4</c:v>
                </c:pt>
                <c:pt idx="544">
                  <c:v>1.900921E-4</c:v>
                </c:pt>
                <c:pt idx="545">
                  <c:v>1.7985439999999999E-4</c:v>
                </c:pt>
                <c:pt idx="546">
                  <c:v>1.7381119999999999E-4</c:v>
                </c:pt>
                <c:pt idx="547">
                  <c:v>1.7286896E-4</c:v>
                </c:pt>
                <c:pt idx="548">
                  <c:v>1.7279078999999999E-4</c:v>
                </c:pt>
                <c:pt idx="549">
                  <c:v>1.6283085E-4</c:v>
                </c:pt>
                <c:pt idx="550">
                  <c:v>1.5931385E-4</c:v>
                </c:pt>
                <c:pt idx="551">
                  <c:v>1.5171472999999999E-4</c:v>
                </c:pt>
                <c:pt idx="552">
                  <c:v>1.3754225E-4</c:v>
                </c:pt>
                <c:pt idx="553">
                  <c:v>1.2961698E-4</c:v>
                </c:pt>
                <c:pt idx="554">
                  <c:v>1.2574746000000001E-4</c:v>
                </c:pt>
                <c:pt idx="555">
                  <c:v>7.0959338999999997E-5</c:v>
                </c:pt>
                <c:pt idx="556">
                  <c:v>6.2111625999999994E-5</c:v>
                </c:pt>
                <c:pt idx="557">
                  <c:v>4.3949093000000003E-5</c:v>
                </c:pt>
                <c:pt idx="558">
                  <c:v>2.4730165999999999E-5</c:v>
                </c:pt>
                <c:pt idx="559">
                  <c:v>2.2886476E-5</c:v>
                </c:pt>
                <c:pt idx="560">
                  <c:v>1.2833177999999999E-5</c:v>
                </c:pt>
                <c:pt idx="561">
                  <c:v>4.2697125E-6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9128064"/>
        <c:axId val="99129984"/>
      </c:scatterChart>
      <c:valAx>
        <c:axId val="9912806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Sorted factor index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chemeClr val="tx1"/>
            </a:solidFill>
          </a:ln>
        </c:spPr>
        <c:crossAx val="99129984"/>
        <c:crossesAt val="1.0000000000000004E-7"/>
        <c:crossBetween val="midCat"/>
      </c:valAx>
      <c:valAx>
        <c:axId val="99129984"/>
        <c:scaling>
          <c:logBase val="10"/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Sensitivity</a:t>
                </a:r>
              </a:p>
            </c:rich>
          </c:tx>
          <c:layout/>
          <c:overlay val="0"/>
        </c:title>
        <c:numFmt formatCode="0.E+00" sourceLinked="0"/>
        <c:majorTickMark val="out"/>
        <c:minorTickMark val="none"/>
        <c:tickLblPos val="nextTo"/>
        <c:spPr>
          <a:ln>
            <a:solidFill>
              <a:schemeClr val="tx1"/>
            </a:solidFill>
          </a:ln>
        </c:spPr>
        <c:crossAx val="99128064"/>
        <c:crosses val="autoZero"/>
        <c:crossBetween val="midCat"/>
      </c:valAx>
      <c:spPr>
        <a:ln>
          <a:solidFill>
            <a:schemeClr val="tx1"/>
          </a:solidFill>
        </a:ln>
      </c:spPr>
    </c:plotArea>
    <c:legend>
      <c:legendPos val="r"/>
      <c:layout/>
      <c:overlay val="0"/>
    </c:legend>
    <c:plotVisOnly val="1"/>
    <c:dispBlanksAs val="gap"/>
    <c:showDLblsOverMax val="0"/>
  </c:chart>
  <c:spPr>
    <a:ln>
      <a:noFill/>
    </a:ln>
  </c:spPr>
  <c:txPr>
    <a:bodyPr/>
    <a:lstStyle/>
    <a:p>
      <a:pPr>
        <a:defRPr sz="1200">
          <a:latin typeface="Times New Roman" panose="02020603050405020304" pitchFamily="18" charset="0"/>
          <a:cs typeface="Times New Roman" panose="02020603050405020304" pitchFamily="18" charset="0"/>
        </a:defRPr>
      </a:pPr>
      <a:endParaRPr lang="zh-CN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45557-A483-4217-BC4C-7F17949D355B}" type="datetimeFigureOut">
              <a:rPr lang="zh-CN" altLang="en-US" smtClean="0"/>
              <a:t>2015/5/1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DCF0B-20B1-444C-B4F1-D58201FEDF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8966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7504" y="116632"/>
            <a:ext cx="8928992" cy="720080"/>
          </a:xfrm>
        </p:spPr>
        <p:txBody>
          <a:bodyPr>
            <a:normAutofit/>
          </a:bodyPr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504" y="908720"/>
            <a:ext cx="8928992" cy="5832648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45557-A483-4217-BC4C-7F17949D355B}" type="datetimeFigureOut">
              <a:rPr lang="zh-CN" altLang="en-US" smtClean="0"/>
              <a:t>2015/5/1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DCF0B-20B1-444C-B4F1-D58201FEDF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8065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45557-A483-4217-BC4C-7F17949D355B}" type="datetimeFigureOut">
              <a:rPr lang="zh-CN" altLang="en-US" smtClean="0"/>
              <a:t>2015/5/1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DCF0B-20B1-444C-B4F1-D58201FEDF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2233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45557-A483-4217-BC4C-7F17949D355B}" type="datetimeFigureOut">
              <a:rPr lang="zh-CN" altLang="en-US" smtClean="0"/>
              <a:t>2015/5/1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DCF0B-20B1-444C-B4F1-D58201FEDF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1753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45557-A483-4217-BC4C-7F17949D355B}" type="datetimeFigureOut">
              <a:rPr lang="zh-CN" altLang="en-US" smtClean="0"/>
              <a:t>2015/5/1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DCF0B-20B1-444C-B4F1-D58201FEDF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4857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45557-A483-4217-BC4C-7F17949D355B}" type="datetimeFigureOut">
              <a:rPr lang="zh-CN" altLang="en-US" smtClean="0"/>
              <a:t>2015/5/1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DCF0B-20B1-444C-B4F1-D58201FEDF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6530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45557-A483-4217-BC4C-7F17949D355B}" type="datetimeFigureOut">
              <a:rPr lang="zh-CN" altLang="en-US" smtClean="0"/>
              <a:t>2015/5/1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DCF0B-20B1-444C-B4F1-D58201FEDF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884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45557-A483-4217-BC4C-7F17949D355B}" type="datetimeFigureOut">
              <a:rPr lang="zh-CN" altLang="en-US" smtClean="0"/>
              <a:t>2015/5/1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DCF0B-20B1-444C-B4F1-D58201FEDF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918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45557-A483-4217-BC4C-7F17949D355B}" type="datetimeFigureOut">
              <a:rPr lang="zh-CN" altLang="en-US" smtClean="0"/>
              <a:t>2015/5/1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DCF0B-20B1-444C-B4F1-D58201FEDF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9993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45557-A483-4217-BC4C-7F17949D355B}" type="datetimeFigureOut">
              <a:rPr lang="zh-CN" altLang="en-US" smtClean="0"/>
              <a:t>2015/5/1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DCF0B-20B1-444C-B4F1-D58201FEDF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1021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45557-A483-4217-BC4C-7F17949D355B}" type="datetimeFigureOut">
              <a:rPr lang="zh-CN" altLang="en-US" smtClean="0"/>
              <a:t>2015/5/1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DCF0B-20B1-444C-B4F1-D58201FEDF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932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945557-A483-4217-BC4C-7F17949D355B}" type="datetimeFigureOut">
              <a:rPr lang="zh-CN" altLang="en-US" smtClean="0"/>
              <a:t>2015/5/1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BDCF0B-20B1-444C-B4F1-D58201FEDF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0674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smtClean="0"/>
              <a:t>Sensitivity Analysis in Building Energy Simulation using Sparse Regression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2245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Case setup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10 floors</a:t>
            </a:r>
          </a:p>
          <a:p>
            <a:pPr lvl="1"/>
            <a:r>
              <a:rPr lang="en-US" altLang="zh-CN" dirty="0" smtClean="0"/>
              <a:t>Identical </a:t>
            </a:r>
            <a:r>
              <a:rPr lang="en-US" altLang="zh-CN" dirty="0" err="1" smtClean="0"/>
              <a:t>floorplan</a:t>
            </a:r>
            <a:r>
              <a:rPr lang="en-US" altLang="zh-CN" dirty="0" smtClean="0"/>
              <a:t> for each floor</a:t>
            </a:r>
          </a:p>
          <a:p>
            <a:r>
              <a:rPr lang="en-US" altLang="zh-CN" dirty="0" smtClean="0"/>
              <a:t>90 thermal zones (rooms)</a:t>
            </a:r>
          </a:p>
          <a:p>
            <a:r>
              <a:rPr lang="en-US" altLang="zh-CN" dirty="0" smtClean="0"/>
              <a:t>1020 variables</a:t>
            </a:r>
          </a:p>
          <a:p>
            <a:pPr lvl="1"/>
            <a:r>
              <a:rPr lang="en-US" altLang="zh-CN" dirty="0" smtClean="0"/>
              <a:t>740 physical variables</a:t>
            </a:r>
          </a:p>
          <a:p>
            <a:pPr lvl="1"/>
            <a:r>
              <a:rPr lang="en-US" altLang="zh-CN" dirty="0" smtClean="0"/>
              <a:t>12 ground temperatures</a:t>
            </a:r>
          </a:p>
          <a:p>
            <a:pPr lvl="1"/>
            <a:r>
              <a:rPr lang="en-US" altLang="zh-CN" dirty="0" smtClean="0"/>
              <a:t>270 user behavior variables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41910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Variation of variables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dirty="0" smtClean="0"/>
              <a:t>Ground temperature ~N(mean, 0.2</a:t>
            </a:r>
            <a:r>
              <a:rPr lang="zh-CN" altLang="en-US" dirty="0"/>
              <a:t> ℃</a:t>
            </a:r>
            <a:r>
              <a:rPr lang="en-US" altLang="zh-CN" dirty="0" smtClean="0"/>
              <a:t>)</a:t>
            </a:r>
          </a:p>
          <a:p>
            <a:r>
              <a:rPr lang="en-US" altLang="zh-CN" dirty="0" smtClean="0"/>
              <a:t>Thickness ~N(mean, 5%)</a:t>
            </a:r>
          </a:p>
          <a:p>
            <a:r>
              <a:rPr lang="en-US" altLang="zh-CN" dirty="0" smtClean="0"/>
              <a:t>Conductivity ~(mean, 20%)</a:t>
            </a:r>
          </a:p>
          <a:p>
            <a:r>
              <a:rPr lang="en-US" altLang="zh-CN" dirty="0" smtClean="0"/>
              <a:t>Density ~N(mean, 5%)</a:t>
            </a:r>
          </a:p>
          <a:p>
            <a:r>
              <a:rPr lang="en-US" altLang="zh-CN" dirty="0"/>
              <a:t>Specific </a:t>
            </a:r>
            <a:r>
              <a:rPr lang="en-US" altLang="zh-CN" dirty="0" smtClean="0"/>
              <a:t>Heat ~N(mean, 20%)</a:t>
            </a:r>
          </a:p>
          <a:p>
            <a:r>
              <a:rPr lang="en-US" altLang="zh-CN" dirty="0"/>
              <a:t>Thermal </a:t>
            </a:r>
            <a:r>
              <a:rPr lang="en-US" altLang="zh-CN" dirty="0" err="1" smtClean="0"/>
              <a:t>Absorptance</a:t>
            </a:r>
            <a:r>
              <a:rPr lang="en-US" altLang="zh-CN" dirty="0" smtClean="0"/>
              <a:t> ~N(mean, 20%)</a:t>
            </a:r>
          </a:p>
          <a:p>
            <a:r>
              <a:rPr lang="en-US" altLang="zh-CN" dirty="0"/>
              <a:t>Solar </a:t>
            </a:r>
            <a:r>
              <a:rPr lang="en-US" altLang="zh-CN" dirty="0" err="1" smtClean="0"/>
              <a:t>Absorptance</a:t>
            </a:r>
            <a:r>
              <a:rPr lang="en-US" altLang="zh-CN" dirty="0" smtClean="0"/>
              <a:t> ~N(mean, 20%)</a:t>
            </a:r>
          </a:p>
          <a:p>
            <a:r>
              <a:rPr lang="en-US" altLang="zh-CN" dirty="0"/>
              <a:t>Visible </a:t>
            </a:r>
            <a:r>
              <a:rPr lang="en-US" altLang="zh-CN" dirty="0" err="1" smtClean="0"/>
              <a:t>Absorptance</a:t>
            </a:r>
            <a:r>
              <a:rPr lang="en-US" altLang="zh-CN" dirty="0" smtClean="0"/>
              <a:t> ~N(mean, 20%)</a:t>
            </a:r>
          </a:p>
          <a:p>
            <a:r>
              <a:rPr lang="en-US" altLang="zh-CN" dirty="0"/>
              <a:t>Thermal </a:t>
            </a:r>
            <a:r>
              <a:rPr lang="en-US" altLang="zh-CN" dirty="0" smtClean="0"/>
              <a:t>Resistance ~N(mean, 20%)</a:t>
            </a:r>
          </a:p>
          <a:p>
            <a:r>
              <a:rPr lang="en-US" altLang="zh-CN" dirty="0" smtClean="0"/>
              <a:t>Equipment power per area ~U(mean, ±40%)</a:t>
            </a:r>
          </a:p>
          <a:p>
            <a:r>
              <a:rPr lang="en-US" altLang="zh-CN" dirty="0" smtClean="0"/>
              <a:t>Area per person ~U(mean</a:t>
            </a:r>
            <a:r>
              <a:rPr lang="en-US" altLang="zh-CN" dirty="0"/>
              <a:t>, </a:t>
            </a:r>
            <a:r>
              <a:rPr lang="en-US" altLang="zh-CN" dirty="0" smtClean="0"/>
              <a:t>±40%)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58847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Simulation flow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Randomly generate N samples using Latin hypercube sampling method, and form an N*K matrix (K: #variable)</a:t>
            </a:r>
          </a:p>
          <a:p>
            <a:r>
              <a:rPr lang="en-US" altLang="zh-CN" dirty="0" smtClean="0"/>
              <a:t>Perform N </a:t>
            </a:r>
            <a:r>
              <a:rPr lang="en-US" altLang="zh-CN" dirty="0" err="1" smtClean="0"/>
              <a:t>EnergyPlus</a:t>
            </a:r>
            <a:r>
              <a:rPr lang="en-US" altLang="zh-CN" dirty="0" smtClean="0"/>
              <a:t> simulations, and get N results (e.g., annual heating energy consumption)</a:t>
            </a:r>
          </a:p>
          <a:p>
            <a:r>
              <a:rPr lang="en-US" altLang="zh-CN" dirty="0" smtClean="0"/>
              <a:t>Do sensitivity analysis</a:t>
            </a:r>
          </a:p>
          <a:p>
            <a:pPr lvl="1"/>
            <a:r>
              <a:rPr lang="en-US" altLang="zh-CN" dirty="0" smtClean="0"/>
              <a:t>Full linear regression</a:t>
            </a:r>
          </a:p>
          <a:p>
            <a:pPr lvl="1"/>
            <a:r>
              <a:rPr lang="en-US" altLang="zh-CN" dirty="0"/>
              <a:t>OMP (Orthogonal Matching </a:t>
            </a:r>
            <a:r>
              <a:rPr lang="en-US" altLang="zh-CN" dirty="0" smtClean="0"/>
              <a:t>Pursuit)</a:t>
            </a:r>
          </a:p>
          <a:p>
            <a:pPr lvl="1"/>
            <a:r>
              <a:rPr lang="en-US" altLang="zh-CN" dirty="0"/>
              <a:t>LASSO (Least Absolute Shrinkage and Selection Operator)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78801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Cross-validation for OMP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Optimal L0 norm for OMP: 260 (for 2000 samples)</a:t>
            </a:r>
            <a:endParaRPr lang="zh-CN" altLang="en-US" dirty="0"/>
          </a:p>
        </p:txBody>
      </p:sp>
      <p:graphicFrame>
        <p:nvGraphicFramePr>
          <p:cNvPr id="4" name="图表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29468206"/>
              </p:ext>
            </p:extLst>
          </p:nvPr>
        </p:nvGraphicFramePr>
        <p:xfrm>
          <a:off x="827584" y="1700808"/>
          <a:ext cx="7560840" cy="45365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61611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Cross-validation for LASSO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Optimal L1 norm for LASSO: 9.6 (for 2000 samples)</a:t>
            </a:r>
            <a:endParaRPr lang="zh-CN" altLang="en-US" dirty="0"/>
          </a:p>
        </p:txBody>
      </p:sp>
      <p:graphicFrame>
        <p:nvGraphicFramePr>
          <p:cNvPr id="4" name="图表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09171707"/>
              </p:ext>
            </p:extLst>
          </p:nvPr>
        </p:nvGraphicFramePr>
        <p:xfrm>
          <a:off x="539552" y="1916832"/>
          <a:ext cx="8136904" cy="468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57752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#sample &amp; modeling error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graphicFrame>
        <p:nvGraphicFramePr>
          <p:cNvPr id="4" name="图表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75015193"/>
              </p:ext>
            </p:extLst>
          </p:nvPr>
        </p:nvGraphicFramePr>
        <p:xfrm>
          <a:off x="467544" y="1052736"/>
          <a:ext cx="8496944" cy="5544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96141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Sensitivities of factors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4" name="图表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0718650"/>
              </p:ext>
            </p:extLst>
          </p:nvPr>
        </p:nvGraphicFramePr>
        <p:xfrm>
          <a:off x="539552" y="1196752"/>
          <a:ext cx="8208912" cy="53285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49583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Most significant factors</a:t>
            </a:r>
            <a:endParaRPr lang="zh-CN" altLang="en-US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7029809"/>
              </p:ext>
            </p:extLst>
          </p:nvPr>
        </p:nvGraphicFramePr>
        <p:xfrm>
          <a:off x="107950" y="1268762"/>
          <a:ext cx="8928100" cy="52655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64050"/>
                <a:gridCol w="4464050"/>
              </a:tblGrid>
              <a:tr h="585065">
                <a:tc>
                  <a:txBody>
                    <a:bodyPr/>
                    <a:lstStyle/>
                    <a:p>
                      <a:r>
                        <a:rPr lang="en-US" altLang="zh-CN" sz="2000" dirty="0" smtClean="0"/>
                        <a:t>Factor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dirty="0" smtClean="0"/>
                        <a:t>Regression coefficient</a:t>
                      </a:r>
                      <a:endParaRPr lang="zh-CN" altLang="en-US" sz="2000" dirty="0"/>
                    </a:p>
                  </a:txBody>
                  <a:tcPr/>
                </a:tc>
              </a:tr>
              <a:tr h="585065">
                <a:tc>
                  <a:txBody>
                    <a:bodyPr/>
                    <a:lstStyle/>
                    <a:p>
                      <a:r>
                        <a:rPr lang="en-US" altLang="zh-CN" sz="2000" dirty="0" smtClean="0"/>
                        <a:t>Conductivity of floor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dirty="0" smtClean="0"/>
                        <a:t>~0.18</a:t>
                      </a:r>
                      <a:endParaRPr lang="zh-CN" altLang="en-US" sz="2000" dirty="0"/>
                    </a:p>
                  </a:txBody>
                  <a:tcPr/>
                </a:tc>
              </a:tr>
              <a:tr h="585065">
                <a:tc>
                  <a:txBody>
                    <a:bodyPr/>
                    <a:lstStyle/>
                    <a:p>
                      <a:r>
                        <a:rPr lang="en-US" altLang="zh-CN" sz="2000" dirty="0" smtClean="0"/>
                        <a:t>Ground temperature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dirty="0" smtClean="0"/>
                        <a:t>0.04~0.16</a:t>
                      </a:r>
                      <a:endParaRPr lang="zh-CN" altLang="en-US" sz="2000" dirty="0"/>
                    </a:p>
                  </a:txBody>
                  <a:tcPr/>
                </a:tc>
              </a:tr>
              <a:tr h="585065">
                <a:tc>
                  <a:txBody>
                    <a:bodyPr/>
                    <a:lstStyle/>
                    <a:p>
                      <a:r>
                        <a:rPr lang="en-US" altLang="zh-CN" sz="2000" dirty="0" smtClean="0"/>
                        <a:t>Equipment power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dirty="0" smtClean="0"/>
                        <a:t>0.03~0.16</a:t>
                      </a:r>
                      <a:endParaRPr lang="zh-CN" altLang="en-US" sz="2000" dirty="0"/>
                    </a:p>
                  </a:txBody>
                  <a:tcPr/>
                </a:tc>
              </a:tr>
              <a:tr h="585065">
                <a:tc>
                  <a:txBody>
                    <a:bodyPr/>
                    <a:lstStyle/>
                    <a:p>
                      <a:r>
                        <a:rPr lang="en-US" altLang="zh-CN" sz="2000" dirty="0" smtClean="0"/>
                        <a:t>Thickness of floor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dirty="0" smtClean="0"/>
                        <a:t>0.04~0.05</a:t>
                      </a:r>
                      <a:endParaRPr lang="zh-CN" altLang="en-US" sz="2000" dirty="0"/>
                    </a:p>
                  </a:txBody>
                  <a:tcPr/>
                </a:tc>
              </a:tr>
              <a:tr h="585065">
                <a:tc>
                  <a:txBody>
                    <a:bodyPr/>
                    <a:lstStyle/>
                    <a:p>
                      <a:r>
                        <a:rPr lang="en-US" altLang="zh-CN" sz="2000" dirty="0" smtClean="0"/>
                        <a:t>Thermal resistance of wall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dirty="0" smtClean="0"/>
                        <a:t>~0.025</a:t>
                      </a:r>
                      <a:endParaRPr lang="zh-CN" altLang="en-US" sz="2000" dirty="0"/>
                    </a:p>
                  </a:txBody>
                  <a:tcPr/>
                </a:tc>
              </a:tr>
              <a:tr h="585065">
                <a:tc>
                  <a:txBody>
                    <a:bodyPr/>
                    <a:lstStyle/>
                    <a:p>
                      <a:r>
                        <a:rPr lang="en-US" altLang="zh-CN" sz="2000" dirty="0" smtClean="0"/>
                        <a:t>Thermal </a:t>
                      </a:r>
                      <a:r>
                        <a:rPr lang="en-US" altLang="zh-CN" sz="2000" dirty="0" err="1" smtClean="0"/>
                        <a:t>absorptance</a:t>
                      </a:r>
                      <a:r>
                        <a:rPr lang="en-US" altLang="zh-CN" sz="2000" dirty="0" smtClean="0"/>
                        <a:t> of wall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dirty="0" smtClean="0"/>
                        <a:t>0.012~0.015</a:t>
                      </a:r>
                      <a:endParaRPr lang="zh-CN" altLang="en-US" sz="2000" dirty="0"/>
                    </a:p>
                  </a:txBody>
                  <a:tcPr/>
                </a:tc>
              </a:tr>
              <a:tr h="585065">
                <a:tc>
                  <a:txBody>
                    <a:bodyPr/>
                    <a:lstStyle/>
                    <a:p>
                      <a:r>
                        <a:rPr lang="en-US" altLang="zh-CN" sz="2000" dirty="0" smtClean="0"/>
                        <a:t>Solar </a:t>
                      </a:r>
                      <a:r>
                        <a:rPr lang="en-US" altLang="zh-CN" sz="2000" dirty="0" err="1" smtClean="0"/>
                        <a:t>absorptance</a:t>
                      </a:r>
                      <a:r>
                        <a:rPr lang="en-US" altLang="zh-CN" sz="2000" dirty="0" smtClean="0"/>
                        <a:t> of wall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dirty="0" smtClean="0"/>
                        <a:t>~0.011</a:t>
                      </a:r>
                      <a:endParaRPr lang="zh-CN" altLang="en-US" sz="2000" dirty="0"/>
                    </a:p>
                  </a:txBody>
                  <a:tcPr/>
                </a:tc>
              </a:tr>
              <a:tr h="585065">
                <a:tc>
                  <a:txBody>
                    <a:bodyPr/>
                    <a:lstStyle/>
                    <a:p>
                      <a:r>
                        <a:rPr lang="en-US" altLang="zh-CN" sz="2000" dirty="0" smtClean="0"/>
                        <a:t>Area per person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dirty="0" smtClean="0"/>
                        <a:t>~0.01</a:t>
                      </a:r>
                      <a:endParaRPr lang="zh-CN" altLang="en-US" sz="20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2699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274</Words>
  <Application>Microsoft Office PowerPoint</Application>
  <PresentationFormat>全屏显示(4:3)</PresentationFormat>
  <Paragraphs>61</Paragraphs>
  <Slides>9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0" baseType="lpstr">
      <vt:lpstr>Office 主题​​</vt:lpstr>
      <vt:lpstr>Sensitivity Analysis in Building Energy Simulation using Sparse Regression</vt:lpstr>
      <vt:lpstr>Case setup</vt:lpstr>
      <vt:lpstr>Variation of variables</vt:lpstr>
      <vt:lpstr>Simulation flow</vt:lpstr>
      <vt:lpstr>Cross-validation for OMP</vt:lpstr>
      <vt:lpstr>Cross-validation for LASSO</vt:lpstr>
      <vt:lpstr>#sample &amp; modeling error</vt:lpstr>
      <vt:lpstr>Sensitivities of factors</vt:lpstr>
      <vt:lpstr>Most significant factors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PC</dc:creator>
  <cp:lastModifiedBy>PC</cp:lastModifiedBy>
  <cp:revision>47</cp:revision>
  <dcterms:created xsi:type="dcterms:W3CDTF">2015-05-01T03:16:07Z</dcterms:created>
  <dcterms:modified xsi:type="dcterms:W3CDTF">2015-05-02T00:43:14Z</dcterms:modified>
</cp:coreProperties>
</file>