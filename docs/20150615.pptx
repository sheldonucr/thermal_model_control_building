
<file path=[Content_Types].xml><?xml version="1.0" encoding="utf-8"?>
<Types xmlns="http://schemas.openxmlformats.org/package/2006/content-types">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8C5D196-8F9F-4AB9-9B33-F3D7C065D592}" type="datetimeFigureOut">
              <a:rPr lang="en-US" smtClean="0"/>
              <a:t>6/15/2015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96E4FE-D3A6-4EB9-BAF6-205B24432FA6}" type="slidenum">
              <a:rPr lang="en-US" smtClean="0"/>
              <a:t>‹#›</a:t>
            </a:fld>
            <a:endParaRPr lang="en-US"/>
          </a:p>
        </p:txBody>
      </p:sp>
    </p:spTree>
    <p:extLst>
      <p:ext uri="{BB962C8B-B14F-4D97-AF65-F5344CB8AC3E}">
        <p14:creationId xmlns:p14="http://schemas.microsoft.com/office/powerpoint/2010/main" val="1154685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C5D196-8F9F-4AB9-9B33-F3D7C065D592}" type="datetimeFigureOut">
              <a:rPr lang="en-US" smtClean="0"/>
              <a:t>6/15/2015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96E4FE-D3A6-4EB9-BAF6-205B24432FA6}" type="slidenum">
              <a:rPr lang="en-US" smtClean="0"/>
              <a:t>‹#›</a:t>
            </a:fld>
            <a:endParaRPr lang="en-US"/>
          </a:p>
        </p:txBody>
      </p:sp>
    </p:spTree>
    <p:extLst>
      <p:ext uri="{BB962C8B-B14F-4D97-AF65-F5344CB8AC3E}">
        <p14:creationId xmlns:p14="http://schemas.microsoft.com/office/powerpoint/2010/main" val="2724952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8C5D196-8F9F-4AB9-9B33-F3D7C065D592}" type="datetimeFigureOut">
              <a:rPr lang="en-US" smtClean="0"/>
              <a:t>6/15/2015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96E4FE-D3A6-4EB9-BAF6-205B24432FA6}" type="slidenum">
              <a:rPr lang="en-US" smtClean="0"/>
              <a:t>‹#›</a:t>
            </a:fld>
            <a:endParaRPr lang="en-US"/>
          </a:p>
        </p:txBody>
      </p:sp>
    </p:spTree>
    <p:extLst>
      <p:ext uri="{BB962C8B-B14F-4D97-AF65-F5344CB8AC3E}">
        <p14:creationId xmlns:p14="http://schemas.microsoft.com/office/powerpoint/2010/main" val="2963044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8C5D196-8F9F-4AB9-9B33-F3D7C065D592}" type="datetimeFigureOut">
              <a:rPr lang="en-US" smtClean="0"/>
              <a:t>6/15/2015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96E4FE-D3A6-4EB9-BAF6-205B24432FA6}" type="slidenum">
              <a:rPr lang="en-US" smtClean="0"/>
              <a:t>‹#›</a:t>
            </a:fld>
            <a:endParaRPr lang="en-US"/>
          </a:p>
        </p:txBody>
      </p:sp>
    </p:spTree>
    <p:extLst>
      <p:ext uri="{BB962C8B-B14F-4D97-AF65-F5344CB8AC3E}">
        <p14:creationId xmlns:p14="http://schemas.microsoft.com/office/powerpoint/2010/main" val="29836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8C5D196-8F9F-4AB9-9B33-F3D7C065D592}" type="datetimeFigureOut">
              <a:rPr lang="en-US" smtClean="0"/>
              <a:t>6/15/2015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96E4FE-D3A6-4EB9-BAF6-205B24432FA6}" type="slidenum">
              <a:rPr lang="en-US" smtClean="0"/>
              <a:t>‹#›</a:t>
            </a:fld>
            <a:endParaRPr lang="en-US"/>
          </a:p>
        </p:txBody>
      </p:sp>
    </p:spTree>
    <p:extLst>
      <p:ext uri="{BB962C8B-B14F-4D97-AF65-F5344CB8AC3E}">
        <p14:creationId xmlns:p14="http://schemas.microsoft.com/office/powerpoint/2010/main" val="1921183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8C5D196-8F9F-4AB9-9B33-F3D7C065D592}" type="datetimeFigureOut">
              <a:rPr lang="en-US" smtClean="0"/>
              <a:t>6/15/2015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96E4FE-D3A6-4EB9-BAF6-205B24432FA6}" type="slidenum">
              <a:rPr lang="en-US" smtClean="0"/>
              <a:t>‹#›</a:t>
            </a:fld>
            <a:endParaRPr lang="en-US"/>
          </a:p>
        </p:txBody>
      </p:sp>
    </p:spTree>
    <p:extLst>
      <p:ext uri="{BB962C8B-B14F-4D97-AF65-F5344CB8AC3E}">
        <p14:creationId xmlns:p14="http://schemas.microsoft.com/office/powerpoint/2010/main" val="2356851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C5D196-8F9F-4AB9-9B33-F3D7C065D592}" type="datetimeFigureOut">
              <a:rPr lang="en-US" smtClean="0"/>
              <a:t>6/15/2015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96E4FE-D3A6-4EB9-BAF6-205B24432FA6}" type="slidenum">
              <a:rPr lang="en-US" smtClean="0"/>
              <a:t>‹#›</a:t>
            </a:fld>
            <a:endParaRPr lang="en-US"/>
          </a:p>
        </p:txBody>
      </p:sp>
    </p:spTree>
    <p:extLst>
      <p:ext uri="{BB962C8B-B14F-4D97-AF65-F5344CB8AC3E}">
        <p14:creationId xmlns:p14="http://schemas.microsoft.com/office/powerpoint/2010/main" val="2700588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8C5D196-8F9F-4AB9-9B33-F3D7C065D592}" type="datetimeFigureOut">
              <a:rPr lang="en-US" smtClean="0"/>
              <a:t>6/15/2015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96E4FE-D3A6-4EB9-BAF6-205B24432FA6}" type="slidenum">
              <a:rPr lang="en-US" smtClean="0"/>
              <a:t>‹#›</a:t>
            </a:fld>
            <a:endParaRPr lang="en-US"/>
          </a:p>
        </p:txBody>
      </p:sp>
    </p:spTree>
    <p:extLst>
      <p:ext uri="{BB962C8B-B14F-4D97-AF65-F5344CB8AC3E}">
        <p14:creationId xmlns:p14="http://schemas.microsoft.com/office/powerpoint/2010/main" val="3180708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8C5D196-8F9F-4AB9-9B33-F3D7C065D592}" type="datetimeFigureOut">
              <a:rPr lang="en-US" smtClean="0"/>
              <a:t>6/15/2015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96E4FE-D3A6-4EB9-BAF6-205B24432FA6}" type="slidenum">
              <a:rPr lang="en-US" smtClean="0"/>
              <a:t>‹#›</a:t>
            </a:fld>
            <a:endParaRPr lang="en-US"/>
          </a:p>
        </p:txBody>
      </p:sp>
    </p:spTree>
    <p:extLst>
      <p:ext uri="{BB962C8B-B14F-4D97-AF65-F5344CB8AC3E}">
        <p14:creationId xmlns:p14="http://schemas.microsoft.com/office/powerpoint/2010/main" val="3240770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C5D196-8F9F-4AB9-9B33-F3D7C065D592}" type="datetimeFigureOut">
              <a:rPr lang="en-US" smtClean="0"/>
              <a:t>6/15/2015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96E4FE-D3A6-4EB9-BAF6-205B24432FA6}" type="slidenum">
              <a:rPr lang="en-US" smtClean="0"/>
              <a:t>‹#›</a:t>
            </a:fld>
            <a:endParaRPr lang="en-US"/>
          </a:p>
        </p:txBody>
      </p:sp>
    </p:spTree>
    <p:extLst>
      <p:ext uri="{BB962C8B-B14F-4D97-AF65-F5344CB8AC3E}">
        <p14:creationId xmlns:p14="http://schemas.microsoft.com/office/powerpoint/2010/main" val="538242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C5D196-8F9F-4AB9-9B33-F3D7C065D592}" type="datetimeFigureOut">
              <a:rPr lang="en-US" smtClean="0"/>
              <a:t>6/15/2015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96E4FE-D3A6-4EB9-BAF6-205B24432FA6}" type="slidenum">
              <a:rPr lang="en-US" smtClean="0"/>
              <a:t>‹#›</a:t>
            </a:fld>
            <a:endParaRPr lang="en-US"/>
          </a:p>
        </p:txBody>
      </p:sp>
    </p:spTree>
    <p:extLst>
      <p:ext uri="{BB962C8B-B14F-4D97-AF65-F5344CB8AC3E}">
        <p14:creationId xmlns:p14="http://schemas.microsoft.com/office/powerpoint/2010/main" val="254626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C5D196-8F9F-4AB9-9B33-F3D7C065D592}" type="datetimeFigureOut">
              <a:rPr lang="en-US" smtClean="0"/>
              <a:t>6/15/2015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96E4FE-D3A6-4EB9-BAF6-205B24432FA6}" type="slidenum">
              <a:rPr lang="en-US" smtClean="0"/>
              <a:t>‹#›</a:t>
            </a:fld>
            <a:endParaRPr lang="en-US"/>
          </a:p>
        </p:txBody>
      </p:sp>
    </p:spTree>
    <p:extLst>
      <p:ext uri="{BB962C8B-B14F-4D97-AF65-F5344CB8AC3E}">
        <p14:creationId xmlns:p14="http://schemas.microsoft.com/office/powerpoint/2010/main" val="2753175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Energy Plus / Smart Building Project Update 2</a:t>
            </a:r>
            <a:endParaRPr lang="en-US" dirty="0"/>
          </a:p>
        </p:txBody>
      </p:sp>
      <p:sp>
        <p:nvSpPr>
          <p:cNvPr id="3" name="Subtitle 2"/>
          <p:cNvSpPr>
            <a:spLocks noGrp="1"/>
          </p:cNvSpPr>
          <p:nvPr>
            <p:ph type="subTitle" idx="1"/>
          </p:nvPr>
        </p:nvSpPr>
        <p:spPr/>
        <p:txBody>
          <a:bodyPr/>
          <a:lstStyle/>
          <a:p>
            <a:r>
              <a:rPr lang="en-US" dirty="0" smtClean="0"/>
              <a:t>Daniel Quach</a:t>
            </a:r>
          </a:p>
          <a:p>
            <a:r>
              <a:rPr lang="en-US" dirty="0" smtClean="0"/>
              <a:t>6/15/2015</a:t>
            </a:r>
          </a:p>
        </p:txBody>
      </p:sp>
    </p:spTree>
    <p:extLst>
      <p:ext uri="{BB962C8B-B14F-4D97-AF65-F5344CB8AC3E}">
        <p14:creationId xmlns:p14="http://schemas.microsoft.com/office/powerpoint/2010/main" val="3677487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r>
              <a:rPr lang="en-US" dirty="0" smtClean="0"/>
              <a:t>Initial Results</a:t>
            </a:r>
          </a:p>
          <a:p>
            <a:r>
              <a:rPr lang="en-US" dirty="0" smtClean="0"/>
              <a:t>Results 4 : Updated Results </a:t>
            </a:r>
            <a:br>
              <a:rPr lang="en-US" dirty="0" smtClean="0"/>
            </a:br>
            <a:r>
              <a:rPr lang="en-US" dirty="0" smtClean="0"/>
              <a:t>(Please see 20150606.pptx for Results 1-3)</a:t>
            </a:r>
          </a:p>
          <a:p>
            <a:endParaRPr lang="en-US" dirty="0"/>
          </a:p>
        </p:txBody>
      </p:sp>
    </p:spTree>
    <p:extLst>
      <p:ext uri="{BB962C8B-B14F-4D97-AF65-F5344CB8AC3E}">
        <p14:creationId xmlns:p14="http://schemas.microsoft.com/office/powerpoint/2010/main" val="254771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760010" y="1314848"/>
            <a:ext cx="8642478" cy="5170646"/>
          </a:xfrm>
          <a:prstGeom prst="rect">
            <a:avLst/>
          </a:prstGeom>
          <a:noFill/>
        </p:spPr>
        <p:txBody>
          <a:bodyPr wrap="square" rtlCol="0">
            <a:spAutoFit/>
          </a:bodyPr>
          <a:lstStyle/>
          <a:p>
            <a:pPr marL="285750" indent="-285750">
              <a:buFont typeface="Arial"/>
              <a:buChar char="•"/>
            </a:pPr>
            <a:r>
              <a:rPr lang="en-US" sz="2400" dirty="0"/>
              <a:t>Input : Outside Temperature </a:t>
            </a:r>
            <a:r>
              <a:rPr lang="en-US" sz="2000" dirty="0"/>
              <a:t>( and Power Input for cases with HVAC on )</a:t>
            </a:r>
          </a:p>
          <a:p>
            <a:pPr marL="285750" indent="-285750">
              <a:buFont typeface="Arial"/>
              <a:buChar char="•"/>
            </a:pPr>
            <a:r>
              <a:rPr lang="en-US" sz="2400" dirty="0"/>
              <a:t>Output : Indoor Room Temperature </a:t>
            </a:r>
            <a:r>
              <a:rPr lang="en-US" sz="2200" dirty="0"/>
              <a:t>( Results show for 5 rooms )</a:t>
            </a:r>
          </a:p>
          <a:p>
            <a:pPr marL="285750" indent="-285750">
              <a:buFont typeface="Arial"/>
              <a:buChar char="•"/>
            </a:pPr>
            <a:r>
              <a:rPr lang="en-US" sz="2400" dirty="0"/>
              <a:t>Order for system identification : 50</a:t>
            </a:r>
          </a:p>
          <a:p>
            <a:pPr marL="285750" indent="-285750">
              <a:buFont typeface="Arial"/>
              <a:buChar char="•"/>
            </a:pPr>
            <a:r>
              <a:rPr lang="en-US" sz="2400" dirty="0"/>
              <a:t>Extra Modifications : None</a:t>
            </a:r>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r>
              <a:rPr lang="en-US" sz="2400" dirty="0"/>
              <a:t>Legend: </a:t>
            </a:r>
          </a:p>
          <a:p>
            <a:pPr marL="742950" lvl="1" indent="-285750">
              <a:buFont typeface="Arial"/>
              <a:buChar char="•"/>
            </a:pPr>
            <a:r>
              <a:rPr lang="en-US" sz="2400" dirty="0"/>
              <a:t>Blue lines are results from </a:t>
            </a:r>
            <a:r>
              <a:rPr lang="en-US" sz="2400" dirty="0" err="1"/>
              <a:t>energyplus</a:t>
            </a:r>
            <a:endParaRPr lang="en-US" sz="2400" dirty="0"/>
          </a:p>
          <a:p>
            <a:pPr marL="742950" lvl="1" indent="-285750">
              <a:buFont typeface="Arial"/>
              <a:buChar char="•"/>
            </a:pPr>
            <a:r>
              <a:rPr lang="en-US" sz="2400" dirty="0"/>
              <a:t>Red Lines are results estimated from our system </a:t>
            </a:r>
            <a:endParaRPr lang="en-US" sz="2400" dirty="0"/>
          </a:p>
          <a:p>
            <a:pPr marL="285750" indent="-285750">
              <a:buFont typeface="Arial"/>
              <a:buChar char="•"/>
            </a:pPr>
            <a:r>
              <a:rPr lang="en-US" sz="2400" dirty="0"/>
              <a:t>Note: See results between 400 and 500. There is some extra effect that causes the real result to be abnormal. Our system does not handle it well for both testing and validation phases.</a:t>
            </a:r>
            <a:endParaRPr lang="en-US" sz="2400" dirty="0"/>
          </a:p>
        </p:txBody>
      </p:sp>
      <p:sp>
        <p:nvSpPr>
          <p:cNvPr id="2" name="Title 1"/>
          <p:cNvSpPr>
            <a:spLocks noGrp="1"/>
          </p:cNvSpPr>
          <p:nvPr>
            <p:ph type="title"/>
          </p:nvPr>
        </p:nvSpPr>
        <p:spPr/>
        <p:txBody>
          <a:bodyPr/>
          <a:lstStyle/>
          <a:p>
            <a:r>
              <a:rPr lang="en-US" dirty="0" smtClean="0"/>
              <a:t>Initial </a:t>
            </a:r>
            <a:r>
              <a:rPr lang="en-US" dirty="0" smtClean="0"/>
              <a:t>Results (Taken from previous </a:t>
            </a:r>
            <a:r>
              <a:rPr lang="en-US" dirty="0" err="1" smtClean="0"/>
              <a:t>ppt</a:t>
            </a:r>
            <a:r>
              <a:rPr lang="en-US" dirty="0" smtClean="0"/>
              <a:t>)</a:t>
            </a:r>
            <a:endParaRPr lang="en-US" dirty="0"/>
          </a:p>
        </p:txBody>
      </p:sp>
      <p:pic>
        <p:nvPicPr>
          <p:cNvPr id="6" name="Content Placeholder 5"/>
          <p:cNvPicPr>
            <a:picLocks noGrp="1" noChangeAspect="1"/>
          </p:cNvPicPr>
          <p:nvPr>
            <p:ph idx="1"/>
          </p:nvPr>
        </p:nvPicPr>
        <p:blipFill>
          <a:blip r:embed="rId2"/>
          <a:srcRect l="-14380" r="-14380"/>
          <a:stretch>
            <a:fillRect/>
          </a:stretch>
        </p:blipFill>
        <p:spPr>
          <a:xfrm>
            <a:off x="6413422" y="2284839"/>
            <a:ext cx="4123931" cy="2268003"/>
          </a:xfrm>
        </p:spPr>
      </p:pic>
    </p:spTree>
    <p:extLst>
      <p:ext uri="{BB962C8B-B14F-4D97-AF65-F5344CB8AC3E}">
        <p14:creationId xmlns:p14="http://schemas.microsoft.com/office/powerpoint/2010/main" val="8745764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Initial Results (Testing Phase)</a:t>
            </a:r>
            <a:endParaRPr lang="en-US" dirty="0"/>
          </a:p>
        </p:txBody>
      </p:sp>
      <p:pic>
        <p:nvPicPr>
          <p:cNvPr id="4" name="Content Placeholder 3" descr="initial_o50_testing_phase.eps"/>
          <p:cNvPicPr>
            <a:picLocks noGrp="1" noChangeAspect="1"/>
          </p:cNvPicPr>
          <p:nvPr>
            <p:ph idx="1"/>
          </p:nvPr>
        </p:nvPicPr>
        <p:blipFill>
          <a:blip r:embed="rId2">
            <a:extLst>
              <a:ext uri="{28A0092B-C50C-407E-A947-70E740481C1C}">
                <a14:useLocalDpi xmlns:a14="http://schemas.microsoft.com/office/drawing/2010/main" val="0"/>
              </a:ext>
            </a:extLst>
          </a:blip>
          <a:srcRect t="-99" b="-99"/>
          <a:stretch>
            <a:fillRect/>
          </a:stretch>
        </p:blipFill>
        <p:spPr/>
      </p:pic>
    </p:spTree>
    <p:extLst>
      <p:ext uri="{BB962C8B-B14F-4D97-AF65-F5344CB8AC3E}">
        <p14:creationId xmlns:p14="http://schemas.microsoft.com/office/powerpoint/2010/main" val="4300475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Initial Results (Validation Phase)</a:t>
            </a:r>
            <a:endParaRPr lang="en-US" dirty="0"/>
          </a:p>
        </p:txBody>
      </p:sp>
      <p:pic>
        <p:nvPicPr>
          <p:cNvPr id="4" name="Content Placeholder 3" descr="initial_o50_validation_phase.eps"/>
          <p:cNvPicPr>
            <a:picLocks noGrp="1" noChangeAspect="1"/>
          </p:cNvPicPr>
          <p:nvPr>
            <p:ph idx="1"/>
          </p:nvPr>
        </p:nvPicPr>
        <p:blipFill>
          <a:blip r:embed="rId2">
            <a:extLst>
              <a:ext uri="{28A0092B-C50C-407E-A947-70E740481C1C}">
                <a14:useLocalDpi xmlns:a14="http://schemas.microsoft.com/office/drawing/2010/main" val="0"/>
              </a:ext>
            </a:extLst>
          </a:blip>
          <a:srcRect l="54" r="54"/>
          <a:stretch>
            <a:fillRect/>
          </a:stretch>
        </p:blipFill>
        <p:spPr/>
      </p:pic>
    </p:spTree>
    <p:extLst>
      <p:ext uri="{BB962C8B-B14F-4D97-AF65-F5344CB8AC3E}">
        <p14:creationId xmlns:p14="http://schemas.microsoft.com/office/powerpoint/2010/main" val="23565253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0010" y="1314848"/>
            <a:ext cx="8642478" cy="5078313"/>
          </a:xfrm>
          <a:prstGeom prst="rect">
            <a:avLst/>
          </a:prstGeom>
          <a:noFill/>
        </p:spPr>
        <p:txBody>
          <a:bodyPr wrap="square" rtlCol="0">
            <a:spAutoFit/>
          </a:bodyPr>
          <a:lstStyle/>
          <a:p>
            <a:pPr marL="285750" indent="-285750">
              <a:buFont typeface="Arial"/>
              <a:buChar char="•"/>
            </a:pPr>
            <a:r>
              <a:rPr lang="en-US" sz="2400" dirty="0"/>
              <a:t>Input : Outside Temperature </a:t>
            </a:r>
            <a:r>
              <a:rPr lang="en-US" sz="2000" dirty="0"/>
              <a:t>( and Power Input for cases with HVAC on )</a:t>
            </a:r>
          </a:p>
          <a:p>
            <a:pPr marL="285750" indent="-285750">
              <a:buFont typeface="Arial"/>
              <a:buChar char="•"/>
            </a:pPr>
            <a:r>
              <a:rPr lang="en-US" sz="2400" dirty="0"/>
              <a:t>Output : Indoor Room Temperature </a:t>
            </a:r>
            <a:r>
              <a:rPr lang="en-US" sz="2200" dirty="0"/>
              <a:t>( Results show for 5 rooms )</a:t>
            </a:r>
          </a:p>
          <a:p>
            <a:pPr marL="285750" indent="-285750">
              <a:buFont typeface="Arial"/>
              <a:buChar char="•"/>
            </a:pPr>
            <a:r>
              <a:rPr lang="en-US" sz="2400" dirty="0"/>
              <a:t>Order for system identification : </a:t>
            </a:r>
            <a:r>
              <a:rPr lang="en-US" sz="2400" dirty="0" smtClean="0"/>
              <a:t>90 </a:t>
            </a:r>
            <a:endParaRPr lang="en-US" dirty="0"/>
          </a:p>
          <a:p>
            <a:pPr marL="285750" indent="-285750">
              <a:buFont typeface="Arial"/>
              <a:buChar char="•"/>
            </a:pPr>
            <a:endParaRPr lang="en-US" dirty="0" smtClean="0"/>
          </a:p>
          <a:p>
            <a:pPr marL="285750" indent="-285750">
              <a:buFont typeface="Arial"/>
              <a:buChar char="•"/>
            </a:pPr>
            <a:endParaRPr lang="en-US" dirty="0"/>
          </a:p>
          <a:p>
            <a:pPr marL="285750" indent="-285750">
              <a:buFont typeface="Arial"/>
              <a:buChar char="•"/>
            </a:pPr>
            <a:endParaRPr lang="en-US" dirty="0" smtClean="0"/>
          </a:p>
          <a:p>
            <a:pPr marL="285750" indent="-285750">
              <a:buFont typeface="Arial"/>
              <a:buChar char="•"/>
            </a:pPr>
            <a:endParaRPr lang="en-US" dirty="0"/>
          </a:p>
          <a:p>
            <a:pPr marL="285750" indent="-285750">
              <a:buFont typeface="Arial"/>
              <a:buChar char="•"/>
            </a:pPr>
            <a:endParaRPr lang="en-US" dirty="0" smtClean="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r>
              <a:rPr lang="en-US" dirty="0"/>
              <a:t>Legend</a:t>
            </a:r>
            <a:r>
              <a:rPr lang="en-US" dirty="0" smtClean="0"/>
              <a:t>:</a:t>
            </a:r>
            <a:endParaRPr lang="en-US" dirty="0"/>
          </a:p>
          <a:p>
            <a:pPr marL="742950" lvl="1" indent="-285750">
              <a:buFont typeface="Arial"/>
              <a:buChar char="•"/>
            </a:pPr>
            <a:r>
              <a:rPr lang="en-US" dirty="0" smtClean="0"/>
              <a:t>Red lines </a:t>
            </a:r>
            <a:r>
              <a:rPr lang="en-US" dirty="0"/>
              <a:t>are results from </a:t>
            </a:r>
            <a:br>
              <a:rPr lang="en-US" dirty="0"/>
            </a:br>
            <a:r>
              <a:rPr lang="en-US" dirty="0" err="1"/>
              <a:t>energyplus</a:t>
            </a:r>
            <a:endParaRPr lang="en-US" dirty="0"/>
          </a:p>
          <a:p>
            <a:pPr marL="742950" lvl="1" indent="-285750">
              <a:buFont typeface="Arial"/>
              <a:buChar char="•"/>
            </a:pPr>
            <a:r>
              <a:rPr lang="en-US" dirty="0" smtClean="0"/>
              <a:t>Blue lines </a:t>
            </a:r>
            <a:r>
              <a:rPr lang="en-US" dirty="0"/>
              <a:t>are results estimated </a:t>
            </a:r>
            <a:br>
              <a:rPr lang="en-US" dirty="0"/>
            </a:br>
            <a:r>
              <a:rPr lang="en-US" dirty="0"/>
              <a:t>from our system </a:t>
            </a:r>
            <a:endParaRPr lang="en-US" dirty="0"/>
          </a:p>
          <a:p>
            <a:pPr marL="285750" indent="-285750">
              <a:buFont typeface="Arial"/>
              <a:buChar char="•"/>
            </a:pPr>
            <a:r>
              <a:rPr lang="en-US" dirty="0" smtClean="0"/>
              <a:t>Note: See Legend notes. Red and Blue colors are</a:t>
            </a:r>
            <a:br>
              <a:rPr lang="en-US" dirty="0" smtClean="0"/>
            </a:br>
            <a:r>
              <a:rPr lang="en-US" dirty="0" smtClean="0"/>
              <a:t>reversed compared to </a:t>
            </a:r>
            <a:r>
              <a:rPr lang="en-US" smtClean="0"/>
              <a:t>Initial Results</a:t>
            </a:r>
            <a:endParaRPr lang="en-US" dirty="0"/>
          </a:p>
        </p:txBody>
      </p:sp>
      <p:sp>
        <p:nvSpPr>
          <p:cNvPr id="2" name="Title 1"/>
          <p:cNvSpPr>
            <a:spLocks noGrp="1"/>
          </p:cNvSpPr>
          <p:nvPr>
            <p:ph type="title"/>
          </p:nvPr>
        </p:nvSpPr>
        <p:spPr>
          <a:xfrm>
            <a:off x="1760010" y="274638"/>
            <a:ext cx="8642478" cy="1143000"/>
          </a:xfrm>
        </p:spPr>
        <p:txBody>
          <a:bodyPr>
            <a:noAutofit/>
          </a:bodyPr>
          <a:lstStyle/>
          <a:p>
            <a:r>
              <a:rPr lang="en-US" sz="3400" dirty="0"/>
              <a:t>Results </a:t>
            </a:r>
            <a:r>
              <a:rPr lang="en-US" sz="3400" dirty="0" smtClean="0"/>
              <a:t>4 </a:t>
            </a:r>
            <a:r>
              <a:rPr lang="en-US" sz="3400" dirty="0"/>
              <a:t>: </a:t>
            </a:r>
            <a:r>
              <a:rPr lang="en-US" sz="3400" dirty="0" smtClean="0"/>
              <a:t>Updated Results</a:t>
            </a:r>
            <a:endParaRPr lang="en-US" sz="3400" dirty="0"/>
          </a:p>
        </p:txBody>
      </p:sp>
      <p:pic>
        <p:nvPicPr>
          <p:cNvPr id="8" name="Picture 7"/>
          <p:cNvPicPr>
            <a:picLocks noChangeAspect="1"/>
          </p:cNvPicPr>
          <p:nvPr/>
        </p:nvPicPr>
        <p:blipFill>
          <a:blip r:embed="rId2"/>
          <a:stretch>
            <a:fillRect/>
          </a:stretch>
        </p:blipFill>
        <p:spPr>
          <a:xfrm>
            <a:off x="6171170" y="2555403"/>
            <a:ext cx="3886200" cy="3114675"/>
          </a:xfrm>
          <a:prstGeom prst="rect">
            <a:avLst/>
          </a:prstGeom>
        </p:spPr>
      </p:pic>
    </p:spTree>
    <p:extLst>
      <p:ext uri="{BB962C8B-B14F-4D97-AF65-F5344CB8AC3E}">
        <p14:creationId xmlns:p14="http://schemas.microsoft.com/office/powerpoint/2010/main" val="1069355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733410"/>
            <a:ext cx="12192000" cy="6124590"/>
          </a:xfrm>
        </p:spPr>
      </p:pic>
      <p:sp>
        <p:nvSpPr>
          <p:cNvPr id="2" name="Title 1"/>
          <p:cNvSpPr>
            <a:spLocks noGrp="1"/>
          </p:cNvSpPr>
          <p:nvPr>
            <p:ph type="title"/>
          </p:nvPr>
        </p:nvSpPr>
        <p:spPr>
          <a:xfrm>
            <a:off x="838200" y="101510"/>
            <a:ext cx="10515600" cy="1325563"/>
          </a:xfrm>
        </p:spPr>
        <p:txBody>
          <a:bodyPr>
            <a:normAutofit/>
          </a:bodyPr>
          <a:lstStyle/>
          <a:p>
            <a:r>
              <a:rPr lang="en-US" dirty="0" smtClean="0"/>
              <a:t>Results </a:t>
            </a:r>
            <a:r>
              <a:rPr lang="en-US" dirty="0" smtClean="0"/>
              <a:t>4 </a:t>
            </a:r>
            <a:r>
              <a:rPr lang="en-US" dirty="0" smtClean="0"/>
              <a:t>: Testing Phase</a:t>
            </a:r>
            <a:endParaRPr lang="en-US" dirty="0"/>
          </a:p>
        </p:txBody>
      </p:sp>
    </p:spTree>
    <p:extLst>
      <p:ext uri="{BB962C8B-B14F-4D97-AF65-F5344CB8AC3E}">
        <p14:creationId xmlns:p14="http://schemas.microsoft.com/office/powerpoint/2010/main" val="31662209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733168"/>
            <a:ext cx="12192481" cy="6124832"/>
          </a:xfrm>
        </p:spPr>
      </p:pic>
      <p:sp>
        <p:nvSpPr>
          <p:cNvPr id="2" name="Title 1"/>
          <p:cNvSpPr>
            <a:spLocks noGrp="1"/>
          </p:cNvSpPr>
          <p:nvPr>
            <p:ph type="title"/>
          </p:nvPr>
        </p:nvSpPr>
        <p:spPr>
          <a:xfrm>
            <a:off x="838200" y="52085"/>
            <a:ext cx="10515600" cy="1325563"/>
          </a:xfrm>
        </p:spPr>
        <p:txBody>
          <a:bodyPr/>
          <a:lstStyle/>
          <a:p>
            <a:r>
              <a:rPr lang="en-US" dirty="0" smtClean="0"/>
              <a:t>Results </a:t>
            </a:r>
            <a:r>
              <a:rPr lang="en-US" dirty="0" smtClean="0"/>
              <a:t>4 </a:t>
            </a:r>
            <a:r>
              <a:rPr lang="en-US" dirty="0" smtClean="0"/>
              <a:t>: Validation Phase</a:t>
            </a:r>
            <a:endParaRPr lang="en-US" dirty="0"/>
          </a:p>
        </p:txBody>
      </p:sp>
    </p:spTree>
    <p:extLst>
      <p:ext uri="{BB962C8B-B14F-4D97-AF65-F5344CB8AC3E}">
        <p14:creationId xmlns:p14="http://schemas.microsoft.com/office/powerpoint/2010/main" val="8896827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Results 4: With HVAC on</a:t>
            </a:r>
            <a:endParaRPr lang="en-US" dirty="0"/>
          </a:p>
        </p:txBody>
      </p:sp>
      <p:pic>
        <p:nvPicPr>
          <p:cNvPr id="4" name="Picture 3"/>
          <p:cNvPicPr>
            <a:picLocks noChangeAspect="1"/>
          </p:cNvPicPr>
          <p:nvPr/>
        </p:nvPicPr>
        <p:blipFill>
          <a:blip r:embed="rId2"/>
          <a:stretch>
            <a:fillRect/>
          </a:stretch>
        </p:blipFill>
        <p:spPr>
          <a:xfrm>
            <a:off x="4124325" y="1828800"/>
            <a:ext cx="3943350" cy="3200400"/>
          </a:xfrm>
          <a:prstGeom prst="rect">
            <a:avLst/>
          </a:prstGeom>
        </p:spPr>
      </p:pic>
    </p:spTree>
    <p:extLst>
      <p:ext uri="{BB962C8B-B14F-4D97-AF65-F5344CB8AC3E}">
        <p14:creationId xmlns:p14="http://schemas.microsoft.com/office/powerpoint/2010/main" val="30253691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729171"/>
            <a:ext cx="12192000" cy="6124590"/>
          </a:xfrm>
          <a:prstGeom prst="rect">
            <a:avLst/>
          </a:prstGeom>
        </p:spPr>
      </p:pic>
      <p:sp>
        <p:nvSpPr>
          <p:cNvPr id="2" name="Title 1"/>
          <p:cNvSpPr>
            <a:spLocks noGrp="1"/>
          </p:cNvSpPr>
          <p:nvPr>
            <p:ph type="title"/>
          </p:nvPr>
        </p:nvSpPr>
        <p:spPr>
          <a:xfrm>
            <a:off x="838200" y="-137384"/>
            <a:ext cx="10515600" cy="1325563"/>
          </a:xfrm>
        </p:spPr>
        <p:txBody>
          <a:bodyPr/>
          <a:lstStyle/>
          <a:p>
            <a:r>
              <a:rPr lang="en-US" dirty="0" smtClean="0"/>
              <a:t>Results 4: HVAC on – Testing Phase</a:t>
            </a:r>
            <a:endParaRPr lang="en-US" dirty="0"/>
          </a:p>
        </p:txBody>
      </p:sp>
    </p:spTree>
    <p:extLst>
      <p:ext uri="{BB962C8B-B14F-4D97-AF65-F5344CB8AC3E}">
        <p14:creationId xmlns:p14="http://schemas.microsoft.com/office/powerpoint/2010/main" val="22247391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729177"/>
            <a:ext cx="12192000" cy="6124590"/>
          </a:xfrm>
          <a:prstGeom prst="rect">
            <a:avLst/>
          </a:prstGeom>
        </p:spPr>
      </p:pic>
      <p:sp>
        <p:nvSpPr>
          <p:cNvPr id="2" name="Title 1"/>
          <p:cNvSpPr>
            <a:spLocks noGrp="1"/>
          </p:cNvSpPr>
          <p:nvPr>
            <p:ph type="title"/>
          </p:nvPr>
        </p:nvSpPr>
        <p:spPr>
          <a:xfrm>
            <a:off x="838200" y="35610"/>
            <a:ext cx="10515600" cy="1325563"/>
          </a:xfrm>
        </p:spPr>
        <p:txBody>
          <a:bodyPr/>
          <a:lstStyle/>
          <a:p>
            <a:r>
              <a:rPr lang="en-US" dirty="0" smtClean="0"/>
              <a:t>Results 4: HVAC on – Validation Phase</a:t>
            </a:r>
            <a:endParaRPr lang="en-US" dirty="0"/>
          </a:p>
        </p:txBody>
      </p:sp>
    </p:spTree>
    <p:extLst>
      <p:ext uri="{BB962C8B-B14F-4D97-AF65-F5344CB8AC3E}">
        <p14:creationId xmlns:p14="http://schemas.microsoft.com/office/powerpoint/2010/main" val="233493291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205</Words>
  <Application>Microsoft Office PowerPoint</Application>
  <PresentationFormat>Widescreen</PresentationFormat>
  <Paragraphs>42</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Energy Plus / Smart Building Project Update 2</vt:lpstr>
      <vt:lpstr>Summary</vt:lpstr>
      <vt:lpstr>Initial Results (Taken from previous ppt)</vt:lpstr>
      <vt:lpstr>Initial Results (Testing Phase)</vt:lpstr>
      <vt:lpstr>Initial Results (Validation Phase)</vt:lpstr>
      <vt:lpstr>Results 4 : Updated Results</vt:lpstr>
      <vt:lpstr>Results 4 : Testing Phase</vt:lpstr>
      <vt:lpstr>Results 4 : Validation Phase</vt:lpstr>
      <vt:lpstr>More Results 4: With HVAC on</vt:lpstr>
      <vt:lpstr>Results 4: HVAC on – Testing Phase</vt:lpstr>
      <vt:lpstr>Results 4: HVAC on – Validation Phase</vt:lpstr>
    </vt:vector>
  </TitlesOfParts>
  <Company>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 Plus / Smart Building Project Update 2</dc:title>
  <dc:creator>Daniel Quach</dc:creator>
  <cp:lastModifiedBy>Daniel Quach</cp:lastModifiedBy>
  <cp:revision>10</cp:revision>
  <dcterms:created xsi:type="dcterms:W3CDTF">2015-06-15T09:59:00Z</dcterms:created>
  <dcterms:modified xsi:type="dcterms:W3CDTF">2015-06-15T11:35:41Z</dcterms:modified>
</cp:coreProperties>
</file>