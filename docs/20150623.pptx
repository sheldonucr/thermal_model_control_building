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8" r:id="rId7"/>
    <p:sldId id="266" r:id="rId8"/>
    <p:sldId id="267" r:id="rId9"/>
    <p:sldId id="270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-128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8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5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4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8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5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0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70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4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5D196-8F9F-4AB9-9B33-F3D7C065D592}" type="datetimeFigureOut">
              <a:rPr lang="en-US" smtClean="0"/>
              <a:t>6/23/15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6E4FE-D3A6-4EB9-BAF6-205B24432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7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Energy Plus / Smart Building Project Update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Daniel Quach</a:t>
            </a:r>
          </a:p>
          <a:p>
            <a:r>
              <a:rPr lang="en-US" dirty="0" smtClean="0"/>
              <a:t>6</a:t>
            </a:r>
            <a:r>
              <a:rPr lang="en-US" dirty="0" smtClean="0"/>
              <a:t>/</a:t>
            </a:r>
            <a:r>
              <a:rPr lang="en-US" dirty="0" smtClean="0"/>
              <a:t>23</a:t>
            </a:r>
            <a:r>
              <a:rPr lang="en-US" dirty="0" smtClean="0"/>
              <a:t>/</a:t>
            </a:r>
            <a:r>
              <a:rPr lang="en-US" dirty="0" smtClean="0"/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3677487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Results </a:t>
            </a:r>
            <a:r>
              <a:rPr lang="en-US" dirty="0" smtClean="0"/>
              <a:t>4 : Updated Results </a:t>
            </a:r>
            <a:br>
              <a:rPr lang="en-US" dirty="0" smtClean="0"/>
            </a:br>
            <a:r>
              <a:rPr lang="en-US" sz="2000" dirty="0" smtClean="0"/>
              <a:t>(</a:t>
            </a:r>
            <a:r>
              <a:rPr lang="en-US" sz="2000" b="1" dirty="0" smtClean="0"/>
              <a:t>Copied</a:t>
            </a:r>
            <a:r>
              <a:rPr lang="en-US" sz="2000" dirty="0" smtClean="0"/>
              <a:t> from 20150615.pptx for reference)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(</a:t>
            </a:r>
            <a:r>
              <a:rPr lang="en-US" sz="2000" i="1" dirty="0" smtClean="0"/>
              <a:t>Please see 20150606.pptx for Results 1-3</a:t>
            </a:r>
            <a:r>
              <a:rPr lang="en-US" sz="2000" dirty="0" smtClean="0"/>
              <a:t>)</a:t>
            </a:r>
          </a:p>
          <a:p>
            <a:r>
              <a:rPr lang="en-US" dirty="0" smtClean="0"/>
              <a:t>Results 5 : Results with Light Factor</a:t>
            </a:r>
          </a:p>
        </p:txBody>
      </p:sp>
    </p:spTree>
    <p:extLst>
      <p:ext uri="{BB962C8B-B14F-4D97-AF65-F5344CB8AC3E}">
        <p14:creationId xmlns:p14="http://schemas.microsoft.com/office/powerpoint/2010/main" val="25477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0010" y="1314848"/>
            <a:ext cx="8642478" cy="4524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Input : Outside Temperature </a:t>
            </a:r>
            <a:r>
              <a:rPr lang="en-US" sz="2000" dirty="0"/>
              <a:t>( and Power Input for cases with HVAC on )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Output : Indoor Room Temperature </a:t>
            </a:r>
            <a:r>
              <a:rPr lang="en-US" sz="2200" dirty="0"/>
              <a:t>( Results show for 5 rooms )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Order for system identification : </a:t>
            </a:r>
            <a:r>
              <a:rPr lang="en-US" sz="2400" dirty="0" smtClean="0"/>
              <a:t>90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Legend</a:t>
            </a:r>
            <a:r>
              <a:rPr lang="en-US" dirty="0" smtClean="0"/>
              <a:t>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Red lines </a:t>
            </a:r>
            <a:r>
              <a:rPr lang="en-US" dirty="0"/>
              <a:t>are results from </a:t>
            </a:r>
            <a:br>
              <a:rPr lang="en-US" dirty="0"/>
            </a:br>
            <a:r>
              <a:rPr lang="en-US" dirty="0"/>
              <a:t>E</a:t>
            </a:r>
            <a:r>
              <a:rPr lang="en-US" dirty="0" smtClean="0"/>
              <a:t>nergy Plus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Blue lines </a:t>
            </a:r>
            <a:r>
              <a:rPr lang="en-US" dirty="0"/>
              <a:t>are results estimated </a:t>
            </a:r>
            <a:br>
              <a:rPr lang="en-US" dirty="0"/>
            </a:br>
            <a:r>
              <a:rPr lang="en-US" dirty="0"/>
              <a:t>from our system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010" y="274638"/>
            <a:ext cx="8642478" cy="1143000"/>
          </a:xfrm>
        </p:spPr>
        <p:txBody>
          <a:bodyPr>
            <a:noAutofit/>
          </a:bodyPr>
          <a:lstStyle/>
          <a:p>
            <a:r>
              <a:rPr lang="en-US" sz="3400" dirty="0"/>
              <a:t>Results </a:t>
            </a:r>
            <a:r>
              <a:rPr lang="en-US" sz="3400" dirty="0" smtClean="0"/>
              <a:t>4 </a:t>
            </a:r>
            <a:r>
              <a:rPr lang="en-US" sz="3400" dirty="0"/>
              <a:t>: </a:t>
            </a:r>
            <a:r>
              <a:rPr lang="en-US" sz="3400" dirty="0" smtClean="0"/>
              <a:t>Updated Results</a:t>
            </a:r>
            <a:endParaRPr lang="en-US" sz="3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170" y="2555403"/>
            <a:ext cx="388620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5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3410"/>
            <a:ext cx="12192000" cy="612459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51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Results 4 : Testing Phase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220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3168"/>
            <a:ext cx="12192481" cy="612483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085"/>
            <a:ext cx="10515600" cy="1325563"/>
          </a:xfrm>
        </p:spPr>
        <p:txBody>
          <a:bodyPr/>
          <a:lstStyle/>
          <a:p>
            <a:r>
              <a:rPr lang="en-US" dirty="0" smtClean="0"/>
              <a:t>Results 4 : Validation Phase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6827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0010" y="1314848"/>
            <a:ext cx="86424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Input : Outside </a:t>
            </a:r>
            <a:r>
              <a:rPr lang="en-US" sz="2400" dirty="0" smtClean="0"/>
              <a:t>Temperature</a:t>
            </a:r>
            <a:r>
              <a:rPr lang="en-US" sz="2000" dirty="0" smtClean="0"/>
              <a:t>, Custom Scheduler, Light Heating Rate</a:t>
            </a:r>
            <a:endParaRPr lang="en-US" sz="2000" dirty="0" smtClean="0"/>
          </a:p>
          <a:p>
            <a:pPr marL="285750" indent="-285750">
              <a:buFont typeface="Arial"/>
              <a:buChar char="•"/>
            </a:pPr>
            <a:r>
              <a:rPr lang="en-US" sz="2400" dirty="0" smtClean="0"/>
              <a:t>Output : Indoor Room Temperature </a:t>
            </a:r>
            <a:r>
              <a:rPr lang="en-US" sz="2200" dirty="0" smtClean="0"/>
              <a:t>( Results show for 5 rooms )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 smtClean="0"/>
              <a:t>Order </a:t>
            </a:r>
            <a:r>
              <a:rPr lang="en-US" sz="2400" dirty="0"/>
              <a:t>for system identification : </a:t>
            </a:r>
            <a:r>
              <a:rPr lang="en-US" sz="2400" dirty="0" smtClean="0"/>
              <a:t>90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Legend</a:t>
            </a:r>
            <a:r>
              <a:rPr lang="en-US" dirty="0" smtClean="0"/>
              <a:t>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Blue lines </a:t>
            </a:r>
            <a:r>
              <a:rPr lang="en-US" dirty="0"/>
              <a:t>are results from </a:t>
            </a:r>
            <a:br>
              <a:rPr lang="en-US" dirty="0"/>
            </a:br>
            <a:r>
              <a:rPr lang="en-US" dirty="0" smtClean="0"/>
              <a:t>Energy Plus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Red lines </a:t>
            </a:r>
            <a:r>
              <a:rPr lang="en-US" dirty="0"/>
              <a:t>are results estimated </a:t>
            </a:r>
            <a:br>
              <a:rPr lang="en-US" dirty="0"/>
            </a:br>
            <a:r>
              <a:rPr lang="en-US" dirty="0"/>
              <a:t>from our system 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Note: See Legend notes. Red and Blue colors are</a:t>
            </a:r>
            <a:br>
              <a:rPr lang="en-US" dirty="0" smtClean="0"/>
            </a:br>
            <a:r>
              <a:rPr lang="en-US" dirty="0" smtClean="0"/>
              <a:t>reversed compared to </a:t>
            </a:r>
            <a:r>
              <a:rPr lang="en-US" dirty="0" smtClean="0"/>
              <a:t>Results 4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010" y="274638"/>
            <a:ext cx="8642478" cy="1143000"/>
          </a:xfrm>
        </p:spPr>
        <p:txBody>
          <a:bodyPr>
            <a:noAutofit/>
          </a:bodyPr>
          <a:lstStyle/>
          <a:p>
            <a:r>
              <a:rPr lang="en-US" sz="3400" dirty="0"/>
              <a:t>Results </a:t>
            </a:r>
            <a:r>
              <a:rPr lang="en-US" sz="3400" dirty="0"/>
              <a:t>5</a:t>
            </a:r>
            <a:r>
              <a:rPr lang="en-US" sz="3400" dirty="0" smtClean="0"/>
              <a:t> </a:t>
            </a:r>
            <a:r>
              <a:rPr lang="en-US" sz="3400" dirty="0"/>
              <a:t>: </a:t>
            </a:r>
            <a:r>
              <a:rPr lang="en-US" sz="3400" dirty="0" smtClean="0"/>
              <a:t>Results with Light Factor</a:t>
            </a:r>
            <a:endParaRPr lang="en-US" sz="3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394" y="2260163"/>
            <a:ext cx="4899113" cy="338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76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972" y="-137384"/>
            <a:ext cx="10919552" cy="1325563"/>
          </a:xfrm>
        </p:spPr>
        <p:txBody>
          <a:bodyPr/>
          <a:lstStyle/>
          <a:p>
            <a:r>
              <a:rPr lang="en-US" dirty="0" smtClean="0"/>
              <a:t>Results </a:t>
            </a:r>
            <a:r>
              <a:rPr lang="en-US" dirty="0" smtClean="0"/>
              <a:t>5: </a:t>
            </a:r>
            <a:r>
              <a:rPr lang="en-US" dirty="0" smtClean="0"/>
              <a:t>w/ Light Factor</a:t>
            </a:r>
            <a:r>
              <a:rPr lang="en-US" dirty="0" smtClean="0"/>
              <a:t> </a:t>
            </a:r>
            <a:r>
              <a:rPr lang="en-US" dirty="0" smtClean="0"/>
              <a:t>– Testing Phase</a:t>
            </a:r>
            <a:endParaRPr lang="en-US" dirty="0"/>
          </a:p>
        </p:txBody>
      </p:sp>
      <p:pic>
        <p:nvPicPr>
          <p:cNvPr id="3" name="Picture 2" descr="20150623-testing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5132"/>
            <a:ext cx="12192000" cy="585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39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983" y="35610"/>
            <a:ext cx="11329534" cy="1325563"/>
          </a:xfrm>
        </p:spPr>
        <p:txBody>
          <a:bodyPr/>
          <a:lstStyle/>
          <a:p>
            <a:r>
              <a:rPr lang="en-US" dirty="0" smtClean="0"/>
              <a:t>Results </a:t>
            </a:r>
            <a:r>
              <a:rPr lang="en-US" dirty="0" smtClean="0"/>
              <a:t>5: w/ Light Factor– </a:t>
            </a:r>
            <a:r>
              <a:rPr lang="en-US" dirty="0" smtClean="0"/>
              <a:t>Validation Phase</a:t>
            </a:r>
            <a:endParaRPr lang="en-US" dirty="0"/>
          </a:p>
        </p:txBody>
      </p:sp>
      <p:pic>
        <p:nvPicPr>
          <p:cNvPr id="3" name="Picture 2" descr="20150623-validation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5130"/>
            <a:ext cx="12192000" cy="585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32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5608"/>
            <a:ext cx="10515600" cy="4351338"/>
          </a:xfrm>
        </p:spPr>
        <p:txBody>
          <a:bodyPr/>
          <a:lstStyle/>
          <a:p>
            <a:r>
              <a:rPr lang="en-US" dirty="0" smtClean="0"/>
              <a:t>Testing phase seems to build the model accurately, even with light heat as a factor.</a:t>
            </a:r>
          </a:p>
          <a:p>
            <a:r>
              <a:rPr lang="en-US" dirty="0" smtClean="0"/>
              <a:t>Validation phase seems to have the trouble.</a:t>
            </a:r>
          </a:p>
          <a:p>
            <a:pPr lvl="1"/>
            <a:r>
              <a:rPr lang="en-US" dirty="0" smtClean="0"/>
              <a:t>When schedule is irregular, results will be very inaccurate. </a:t>
            </a:r>
          </a:p>
          <a:p>
            <a:pPr lvl="1"/>
            <a:r>
              <a:rPr lang="en-US" dirty="0" smtClean="0"/>
              <a:t>Points around 600-800 show good results (5 workday , 2 week end)</a:t>
            </a:r>
          </a:p>
          <a:p>
            <a:pPr lvl="1"/>
            <a:r>
              <a:rPr lang="en-US" dirty="0" smtClean="0"/>
              <a:t>Points between 50-250 show a shifted workweek (red is our estimated) compared to the actual results (in blue)</a:t>
            </a:r>
          </a:p>
          <a:p>
            <a:pPr lvl="1"/>
            <a:r>
              <a:rPr lang="en-US" dirty="0" smtClean="0"/>
              <a:t>Strange factors such as 450-550 show actual data workweek as 4 days which show inaccurate results for our estimation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0736"/>
            <a:ext cx="12192000" cy="1394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9726" y="0"/>
            <a:ext cx="5522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below:</a:t>
            </a:r>
          </a:p>
          <a:p>
            <a:r>
              <a:rPr lang="en-US" dirty="0" smtClean="0"/>
              <a:t>Actual schedule(blue) : 4-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1</a:t>
            </a:r>
            <a:r>
              <a:rPr lang="en-US" dirty="0" smtClean="0"/>
              <a:t>-4-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-…</a:t>
            </a:r>
          </a:p>
          <a:p>
            <a:r>
              <a:rPr lang="en-US" dirty="0" smtClean="0"/>
              <a:t>Estimated schedule(red)  : 2-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-5-</a:t>
            </a:r>
            <a:r>
              <a:rPr lang="en-US" u="sng" dirty="0" smtClean="0"/>
              <a:t>2</a:t>
            </a:r>
            <a:r>
              <a:rPr lang="en-US" dirty="0" smtClean="0"/>
              <a:t>-…</a:t>
            </a:r>
          </a:p>
          <a:p>
            <a:r>
              <a:rPr lang="en-US" dirty="0"/>
              <a:t>(Underlined numbers are weekend days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03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Agree from basic observation and conclusion that the impacts of such may be nonlinear and cannot get accurate results for room temperature from just outdoor temperature as only input</a:t>
            </a:r>
          </a:p>
          <a:p>
            <a:r>
              <a:rPr lang="en-US" dirty="0" smtClean="0"/>
              <a:t>New results from experiment 5 (earlier in this </a:t>
            </a:r>
            <a:r>
              <a:rPr lang="en-US" dirty="0" err="1" smtClean="0"/>
              <a:t>ppt</a:t>
            </a:r>
            <a:r>
              <a:rPr lang="en-US" dirty="0" smtClean="0"/>
              <a:t>) show other factors</a:t>
            </a:r>
          </a:p>
          <a:p>
            <a:r>
              <a:rPr lang="en-US" b="1" dirty="0" smtClean="0"/>
              <a:t>Suggesting an RNN-based model to have a better model.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23986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365</Words>
  <Application>Microsoft Macintosh PowerPoint</Application>
  <PresentationFormat>Custom</PresentationFormat>
  <Paragraphs>54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Energy Plus / Smart Building Project Update 3</vt:lpstr>
      <vt:lpstr>Summary</vt:lpstr>
      <vt:lpstr>Results 4 : Updated Results</vt:lpstr>
      <vt:lpstr>Results 4 : Testing Phase</vt:lpstr>
      <vt:lpstr>Results 4 : Validation Phase</vt:lpstr>
      <vt:lpstr>Results 5 : Results with Light Factor</vt:lpstr>
      <vt:lpstr>Results 5: w/ Light Factor – Testing Phase</vt:lpstr>
      <vt:lpstr>Results 5: w/ Light Factor– Validation Phase</vt:lpstr>
      <vt:lpstr>Analysis</vt:lpstr>
      <vt:lpstr>Summary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Plus / Smart Building Project Update 2</dc:title>
  <dc:creator>Daniel Quach</dc:creator>
  <cp:lastModifiedBy>Daniel Quach</cp:lastModifiedBy>
  <cp:revision>18</cp:revision>
  <dcterms:created xsi:type="dcterms:W3CDTF">2015-06-15T09:59:00Z</dcterms:created>
  <dcterms:modified xsi:type="dcterms:W3CDTF">2015-06-23T21:30:14Z</dcterms:modified>
</cp:coreProperties>
</file>