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224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31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71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03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32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55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45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46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64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87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67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89BB0-DB5B-004E-989A-786777F186C4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3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</a:t>
            </a:r>
            <a:r>
              <a:rPr lang="en-US" altLang="zh-CN" dirty="0" smtClean="0"/>
              <a:t>odel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026" y="2095500"/>
            <a:ext cx="5270785" cy="2751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35000" y="1417638"/>
            <a:ext cx="351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building has 5 rooms: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7100" y="5486400"/>
            <a:ext cx="775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Then use </a:t>
            </a:r>
            <a:r>
              <a:rPr lang="en-US" dirty="0" err="1" smtClean="0"/>
              <a:t>Energyplus</a:t>
            </a:r>
            <a:r>
              <a:rPr lang="en-US" dirty="0" smtClean="0"/>
              <a:t> to get the temperature distribution of each room: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0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99" y="96712"/>
            <a:ext cx="3898899" cy="3455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798" y="174434"/>
            <a:ext cx="3924302" cy="3429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52695"/>
            <a:ext cx="4089398" cy="3556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296" y="3667056"/>
            <a:ext cx="4103305" cy="3540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2747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062038"/>
            <a:ext cx="6210300" cy="5459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1332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638" y="1581150"/>
            <a:ext cx="5961062" cy="356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74700" y="609600"/>
            <a:ext cx="389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Annual Energy Consumption: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995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82700" y="1320800"/>
            <a:ext cx="6134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Changing any variable (such as the wall conductivity) will get the similar results shown in the previous slides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029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43</Words>
  <Application>Microsoft Office PowerPoint</Application>
  <PresentationFormat>全屏显示(4:3)</PresentationFormat>
  <Paragraphs>5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Office Theme</vt:lpstr>
      <vt:lpstr>Model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EnergyPlus 8.2 Getting Started in Command Line</dc:title>
  <dc:creator>Hengyang Zhao</dc:creator>
  <cp:lastModifiedBy>Shujuan Wang</cp:lastModifiedBy>
  <cp:revision>20</cp:revision>
  <dcterms:created xsi:type="dcterms:W3CDTF">2015-02-04T23:53:01Z</dcterms:created>
  <dcterms:modified xsi:type="dcterms:W3CDTF">2015-05-08T18:57:38Z</dcterms:modified>
</cp:coreProperties>
</file>